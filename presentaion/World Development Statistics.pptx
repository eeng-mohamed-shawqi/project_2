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5" r:id="rId11"/>
    <p:sldId id="264" r:id="rId12"/>
    <p:sldId id="266" r:id="rId13"/>
    <p:sldId id="270" r:id="rId14"/>
    <p:sldId id="271" r:id="rId15"/>
    <p:sldId id="269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0ACE05-CB47-4D4A-9F75-28E30F3E4003}" v="116" dt="2026-07-12T20:21:54.1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60" d="100"/>
          <a:sy n="60" d="100"/>
        </p:scale>
        <p:origin x="8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SHAWQI ABDULRASOOL ABDULLA" userId="c5b09465-5c01-4abd-96ed-871abd5ad2d9" providerId="ADAL" clId="{76B3A7F8-440F-44F2-AF83-879440285CC4}"/>
    <pc:docChg chg="undo redo custSel addSld delSld modSld">
      <pc:chgData name="MOHAMED SHAWQI ABDULRASOOL ABDULLA" userId="c5b09465-5c01-4abd-96ed-871abd5ad2d9" providerId="ADAL" clId="{76B3A7F8-440F-44F2-AF83-879440285CC4}" dt="2026-07-12T20:28:06.476" v="1459" actId="20577"/>
      <pc:docMkLst>
        <pc:docMk/>
      </pc:docMkLst>
      <pc:sldChg chg="addSp modSp mod">
        <pc:chgData name="MOHAMED SHAWQI ABDULRASOOL ABDULLA" userId="c5b09465-5c01-4abd-96ed-871abd5ad2d9" providerId="ADAL" clId="{76B3A7F8-440F-44F2-AF83-879440285CC4}" dt="2026-07-12T20:22:13.429" v="1456" actId="1076"/>
        <pc:sldMkLst>
          <pc:docMk/>
          <pc:sldMk cId="2627642521" sldId="256"/>
        </pc:sldMkLst>
        <pc:spChg chg="mod">
          <ac:chgData name="MOHAMED SHAWQI ABDULRASOOL ABDULLA" userId="c5b09465-5c01-4abd-96ed-871abd5ad2d9" providerId="ADAL" clId="{76B3A7F8-440F-44F2-AF83-879440285CC4}" dt="2026-07-12T07:01:04.449" v="5"/>
          <ac:spMkLst>
            <pc:docMk/>
            <pc:sldMk cId="2627642521" sldId="256"/>
            <ac:spMk id="2" creationId="{A008EFBF-7604-7EB0-652C-120F137F2C99}"/>
          </ac:spMkLst>
        </pc:spChg>
        <pc:spChg chg="mod">
          <ac:chgData name="MOHAMED SHAWQI ABDULRASOOL ABDULLA" userId="c5b09465-5c01-4abd-96ed-871abd5ad2d9" providerId="ADAL" clId="{76B3A7F8-440F-44F2-AF83-879440285CC4}" dt="2026-07-12T18:38:19.295" v="71" actId="208"/>
          <ac:spMkLst>
            <pc:docMk/>
            <pc:sldMk cId="2627642521" sldId="256"/>
            <ac:spMk id="3" creationId="{14C2084D-4E1C-DB59-DAD4-531AA1E28A58}"/>
          </ac:spMkLst>
        </pc:spChg>
        <pc:spChg chg="add mod">
          <ac:chgData name="MOHAMED SHAWQI ABDULRASOOL ABDULLA" userId="c5b09465-5c01-4abd-96ed-871abd5ad2d9" providerId="ADAL" clId="{76B3A7F8-440F-44F2-AF83-879440285CC4}" dt="2026-07-12T20:22:13.429" v="1456" actId="1076"/>
          <ac:spMkLst>
            <pc:docMk/>
            <pc:sldMk cId="2627642521" sldId="256"/>
            <ac:spMk id="4" creationId="{27F12BEE-A755-1A58-A4DC-94E5D21F7829}"/>
          </ac:spMkLst>
        </pc:spChg>
      </pc:sldChg>
      <pc:sldChg chg="modSp mod">
        <pc:chgData name="MOHAMED SHAWQI ABDULRASOOL ABDULLA" userId="c5b09465-5c01-4abd-96ed-871abd5ad2d9" providerId="ADAL" clId="{76B3A7F8-440F-44F2-AF83-879440285CC4}" dt="2026-07-12T20:00:18.618" v="931" actId="20577"/>
        <pc:sldMkLst>
          <pc:docMk/>
          <pc:sldMk cId="1182642462" sldId="257"/>
        </pc:sldMkLst>
        <pc:spChg chg="mod">
          <ac:chgData name="MOHAMED SHAWQI ABDULRASOOL ABDULLA" userId="c5b09465-5c01-4abd-96ed-871abd5ad2d9" providerId="ADAL" clId="{76B3A7F8-440F-44F2-AF83-879440285CC4}" dt="2026-07-12T07:01:04.449" v="5"/>
          <ac:spMkLst>
            <pc:docMk/>
            <pc:sldMk cId="1182642462" sldId="257"/>
            <ac:spMk id="2" creationId="{21FB0D0D-0FA2-97C4-5500-036200CAA10D}"/>
          </ac:spMkLst>
        </pc:spChg>
        <pc:spChg chg="mod">
          <ac:chgData name="MOHAMED SHAWQI ABDULRASOOL ABDULLA" userId="c5b09465-5c01-4abd-96ed-871abd5ad2d9" providerId="ADAL" clId="{76B3A7F8-440F-44F2-AF83-879440285CC4}" dt="2026-07-12T20:00:18.618" v="931" actId="20577"/>
          <ac:spMkLst>
            <pc:docMk/>
            <pc:sldMk cId="1182642462" sldId="257"/>
            <ac:spMk id="3" creationId="{6C4E5ED3-FCED-EEED-AF54-81A9834D82AC}"/>
          </ac:spMkLst>
        </pc:spChg>
      </pc:sldChg>
      <pc:sldChg chg="addSp delSp">
        <pc:chgData name="MOHAMED SHAWQI ABDULRASOOL ABDULLA" userId="c5b09465-5c01-4abd-96ed-871abd5ad2d9" providerId="ADAL" clId="{76B3A7F8-440F-44F2-AF83-879440285CC4}" dt="2026-07-12T07:01:04.449" v="5"/>
        <pc:sldMkLst>
          <pc:docMk/>
          <pc:sldMk cId="3579672584" sldId="258"/>
        </pc:sldMkLst>
        <pc:spChg chg="add del">
          <ac:chgData name="MOHAMED SHAWQI ABDULRASOOL ABDULLA" userId="c5b09465-5c01-4abd-96ed-871abd5ad2d9" providerId="ADAL" clId="{76B3A7F8-440F-44F2-AF83-879440285CC4}" dt="2026-07-12T07:01:04.449" v="5"/>
          <ac:spMkLst>
            <pc:docMk/>
            <pc:sldMk cId="3579672584" sldId="258"/>
            <ac:spMk id="10" creationId="{1E14715B-2E40-4760-AE23-026845A30A49}"/>
          </ac:spMkLst>
        </pc:spChg>
        <pc:spChg chg="add del">
          <ac:chgData name="MOHAMED SHAWQI ABDULRASOOL ABDULLA" userId="c5b09465-5c01-4abd-96ed-871abd5ad2d9" providerId="ADAL" clId="{76B3A7F8-440F-44F2-AF83-879440285CC4}" dt="2026-07-12T07:01:04.449" v="5"/>
          <ac:spMkLst>
            <pc:docMk/>
            <pc:sldMk cId="3579672584" sldId="258"/>
            <ac:spMk id="12" creationId="{45D08429-4C7A-4C37-848C-C1613E31D53A}"/>
          </ac:spMkLst>
        </pc:spChg>
        <pc:spChg chg="add del">
          <ac:chgData name="MOHAMED SHAWQI ABDULRASOOL ABDULLA" userId="c5b09465-5c01-4abd-96ed-871abd5ad2d9" providerId="ADAL" clId="{76B3A7F8-440F-44F2-AF83-879440285CC4}" dt="2026-07-12T07:01:04.449" v="5"/>
          <ac:spMkLst>
            <pc:docMk/>
            <pc:sldMk cId="3579672584" sldId="258"/>
            <ac:spMk id="14" creationId="{DD8F4B2B-96EA-4C0F-84D3-5728F7CF0B0B}"/>
          </ac:spMkLst>
        </pc:spChg>
      </pc:sldChg>
      <pc:sldChg chg="addSp delSp modSp mod">
        <pc:chgData name="MOHAMED SHAWQI ABDULRASOOL ABDULLA" userId="c5b09465-5c01-4abd-96ed-871abd5ad2d9" providerId="ADAL" clId="{76B3A7F8-440F-44F2-AF83-879440285CC4}" dt="2026-07-12T19:34:52.799" v="690" actId="1076"/>
        <pc:sldMkLst>
          <pc:docMk/>
          <pc:sldMk cId="2120824113" sldId="260"/>
        </pc:sldMkLst>
        <pc:spChg chg="mod">
          <ac:chgData name="MOHAMED SHAWQI ABDULRASOOL ABDULLA" userId="c5b09465-5c01-4abd-96ed-871abd5ad2d9" providerId="ADAL" clId="{76B3A7F8-440F-44F2-AF83-879440285CC4}" dt="2026-07-12T19:34:50.037" v="688" actId="20577"/>
          <ac:spMkLst>
            <pc:docMk/>
            <pc:sldMk cId="2120824113" sldId="260"/>
            <ac:spMk id="4" creationId="{37D5A219-B9D7-EDA1-4C9F-CC69D15CFC00}"/>
          </ac:spMkLst>
        </pc:spChg>
        <pc:spChg chg="del mod">
          <ac:chgData name="MOHAMED SHAWQI ABDULRASOOL ABDULLA" userId="c5b09465-5c01-4abd-96ed-871abd5ad2d9" providerId="ADAL" clId="{76B3A7F8-440F-44F2-AF83-879440285CC4}" dt="2026-07-12T07:54:50.711" v="11" actId="931"/>
          <ac:spMkLst>
            <pc:docMk/>
            <pc:sldMk cId="2120824113" sldId="260"/>
            <ac:spMk id="5" creationId="{7F2FF07C-DDE5-4006-ED23-2AF765361A29}"/>
          </ac:spMkLst>
        </pc:spChg>
        <pc:spChg chg="add">
          <ac:chgData name="MOHAMED SHAWQI ABDULRASOOL ABDULLA" userId="c5b09465-5c01-4abd-96ed-871abd5ad2d9" providerId="ADAL" clId="{76B3A7F8-440F-44F2-AF83-879440285CC4}" dt="2026-07-12T08:06:55.711" v="13"/>
          <ac:spMkLst>
            <pc:docMk/>
            <pc:sldMk cId="2120824113" sldId="260"/>
            <ac:spMk id="13" creationId="{5B48B866-4245-04DE-F7A5-F8FAA2716CDE}"/>
          </ac:spMkLst>
        </pc:spChg>
        <pc:picChg chg="add mod">
          <ac:chgData name="MOHAMED SHAWQI ABDULRASOOL ABDULLA" userId="c5b09465-5c01-4abd-96ed-871abd5ad2d9" providerId="ADAL" clId="{76B3A7F8-440F-44F2-AF83-879440285CC4}" dt="2026-07-12T07:58:20.001" v="12" actId="14826"/>
          <ac:picMkLst>
            <pc:docMk/>
            <pc:sldMk cId="2120824113" sldId="260"/>
            <ac:picMk id="7" creationId="{CB4AD3D0-7072-0F03-C642-569BDBD30791}"/>
          </ac:picMkLst>
        </pc:picChg>
        <pc:picChg chg="mod">
          <ac:chgData name="MOHAMED SHAWQI ABDULRASOOL ABDULLA" userId="c5b09465-5c01-4abd-96ed-871abd5ad2d9" providerId="ADAL" clId="{76B3A7F8-440F-44F2-AF83-879440285CC4}" dt="2026-07-12T19:34:52.799" v="690" actId="1076"/>
          <ac:picMkLst>
            <pc:docMk/>
            <pc:sldMk cId="2120824113" sldId="260"/>
            <ac:picMk id="15" creationId="{6A54D23A-B914-EDAD-0B32-A3BB5C42957D}"/>
          </ac:picMkLst>
        </pc:picChg>
      </pc:sldChg>
      <pc:sldChg chg="addSp delSp modSp mod">
        <pc:chgData name="MOHAMED SHAWQI ABDULRASOOL ABDULLA" userId="c5b09465-5c01-4abd-96ed-871abd5ad2d9" providerId="ADAL" clId="{76B3A7F8-440F-44F2-AF83-879440285CC4}" dt="2026-07-12T19:35:56.941" v="692" actId="20577"/>
        <pc:sldMkLst>
          <pc:docMk/>
          <pc:sldMk cId="4037946691" sldId="261"/>
        </pc:sldMkLst>
        <pc:spChg chg="add del mod">
          <ac:chgData name="MOHAMED SHAWQI ABDULRASOOL ABDULLA" userId="c5b09465-5c01-4abd-96ed-871abd5ad2d9" providerId="ADAL" clId="{76B3A7F8-440F-44F2-AF83-879440285CC4}" dt="2026-07-12T19:35:56.941" v="692" actId="20577"/>
          <ac:spMkLst>
            <pc:docMk/>
            <pc:sldMk cId="4037946691" sldId="261"/>
            <ac:spMk id="3" creationId="{C465CC41-541D-F108-3A8C-312A7B5BB07F}"/>
          </ac:spMkLst>
        </pc:spChg>
        <pc:graphicFrameChg chg="add mod">
          <ac:chgData name="MOHAMED SHAWQI ABDULRASOOL ABDULLA" userId="c5b09465-5c01-4abd-96ed-871abd5ad2d9" providerId="ADAL" clId="{76B3A7F8-440F-44F2-AF83-879440285CC4}" dt="2026-07-12T08:14:17.246" v="15"/>
          <ac:graphicFrameMkLst>
            <pc:docMk/>
            <pc:sldMk cId="4037946691" sldId="261"/>
            <ac:graphicFrameMk id="4" creationId="{56EF6C00-4F2C-078F-6F26-5819D6CAF4D3}"/>
          </ac:graphicFrameMkLst>
        </pc:graphicFrameChg>
      </pc:sldChg>
      <pc:sldChg chg="addSp modSp">
        <pc:chgData name="MOHAMED SHAWQI ABDULRASOOL ABDULLA" userId="c5b09465-5c01-4abd-96ed-871abd5ad2d9" providerId="ADAL" clId="{76B3A7F8-440F-44F2-AF83-879440285CC4}" dt="2026-07-12T08:47:20.841" v="28"/>
        <pc:sldMkLst>
          <pc:docMk/>
          <pc:sldMk cId="1328020185" sldId="262"/>
        </pc:sldMkLst>
        <pc:spChg chg="mod">
          <ac:chgData name="MOHAMED SHAWQI ABDULRASOOL ABDULLA" userId="c5b09465-5c01-4abd-96ed-871abd5ad2d9" providerId="ADAL" clId="{76B3A7F8-440F-44F2-AF83-879440285CC4}" dt="2026-07-12T08:30:42.987" v="25"/>
          <ac:spMkLst>
            <pc:docMk/>
            <pc:sldMk cId="1328020185" sldId="262"/>
            <ac:spMk id="2" creationId="{59FE207F-F3BE-D423-BB4B-1B4C46DEF08B}"/>
          </ac:spMkLst>
        </pc:spChg>
        <pc:spChg chg="add mod">
          <ac:chgData name="MOHAMED SHAWQI ABDULRASOOL ABDULLA" userId="c5b09465-5c01-4abd-96ed-871abd5ad2d9" providerId="ADAL" clId="{76B3A7F8-440F-44F2-AF83-879440285CC4}" dt="2026-07-12T08:47:20.841" v="28"/>
          <ac:spMkLst>
            <pc:docMk/>
            <pc:sldMk cId="1328020185" sldId="262"/>
            <ac:spMk id="15" creationId="{D5311B21-B619-B829-6CA9-2B0E110751C9}"/>
          </ac:spMkLst>
        </pc:spChg>
      </pc:sldChg>
      <pc:sldChg chg="addSp modSp mod">
        <pc:chgData name="MOHAMED SHAWQI ABDULRASOOL ABDULLA" userId="c5b09465-5c01-4abd-96ed-871abd5ad2d9" providerId="ADAL" clId="{76B3A7F8-440F-44F2-AF83-879440285CC4}" dt="2026-07-12T18:39:18.062" v="74" actId="208"/>
        <pc:sldMkLst>
          <pc:docMk/>
          <pc:sldMk cId="3026528029" sldId="264"/>
        </pc:sldMkLst>
        <pc:spChg chg="mod">
          <ac:chgData name="MOHAMED SHAWQI ABDULRASOOL ABDULLA" userId="c5b09465-5c01-4abd-96ed-871abd5ad2d9" providerId="ADAL" clId="{76B3A7F8-440F-44F2-AF83-879440285CC4}" dt="2026-07-12T18:39:18.062" v="74" actId="208"/>
          <ac:spMkLst>
            <pc:docMk/>
            <pc:sldMk cId="3026528029" sldId="264"/>
            <ac:spMk id="4" creationId="{7EBEEE28-4BCA-0204-4A38-231E202B0D83}"/>
          </ac:spMkLst>
        </pc:spChg>
        <pc:spChg chg="add mod">
          <ac:chgData name="MOHAMED SHAWQI ABDULRASOOL ABDULLA" userId="c5b09465-5c01-4abd-96ed-871abd5ad2d9" providerId="ADAL" clId="{76B3A7F8-440F-44F2-AF83-879440285CC4}" dt="2026-07-12T08:47:10.212" v="26"/>
          <ac:spMkLst>
            <pc:docMk/>
            <pc:sldMk cId="3026528029" sldId="264"/>
            <ac:spMk id="11" creationId="{9C6FA421-8D86-0426-8165-A55DCD87EBD7}"/>
          </ac:spMkLst>
        </pc:spChg>
        <pc:spChg chg="add mod">
          <ac:chgData name="MOHAMED SHAWQI ABDULRASOOL ABDULLA" userId="c5b09465-5c01-4abd-96ed-871abd5ad2d9" providerId="ADAL" clId="{76B3A7F8-440F-44F2-AF83-879440285CC4}" dt="2026-07-12T08:47:26.024" v="29"/>
          <ac:spMkLst>
            <pc:docMk/>
            <pc:sldMk cId="3026528029" sldId="264"/>
            <ac:spMk id="12" creationId="{089BBB82-8964-C659-65BC-1663DC862290}"/>
          </ac:spMkLst>
        </pc:spChg>
        <pc:spChg chg="add mod">
          <ac:chgData name="MOHAMED SHAWQI ABDULRASOOL ABDULLA" userId="c5b09465-5c01-4abd-96ed-871abd5ad2d9" providerId="ADAL" clId="{76B3A7F8-440F-44F2-AF83-879440285CC4}" dt="2026-07-12T08:47:42.838" v="30"/>
          <ac:spMkLst>
            <pc:docMk/>
            <pc:sldMk cId="3026528029" sldId="264"/>
            <ac:spMk id="13" creationId="{56B87731-98FB-56B5-75DD-9E00384DBFCE}"/>
          </ac:spMkLst>
        </pc:spChg>
      </pc:sldChg>
      <pc:sldChg chg="modSp add mod">
        <pc:chgData name="MOHAMED SHAWQI ABDULRASOOL ABDULLA" userId="c5b09465-5c01-4abd-96ed-871abd5ad2d9" providerId="ADAL" clId="{76B3A7F8-440F-44F2-AF83-879440285CC4}" dt="2026-07-12T18:43:03.655" v="86" actId="1076"/>
        <pc:sldMkLst>
          <pc:docMk/>
          <pc:sldMk cId="961564084" sldId="265"/>
        </pc:sldMkLst>
        <pc:spChg chg="mod">
          <ac:chgData name="MOHAMED SHAWQI ABDULRASOOL ABDULLA" userId="c5b09465-5c01-4abd-96ed-871abd5ad2d9" providerId="ADAL" clId="{76B3A7F8-440F-44F2-AF83-879440285CC4}" dt="2026-07-12T18:43:03.655" v="86" actId="1076"/>
          <ac:spMkLst>
            <pc:docMk/>
            <pc:sldMk cId="961564084" sldId="265"/>
            <ac:spMk id="4" creationId="{6BDF9022-CCCA-B664-5CBC-15402A98FA1C}"/>
          </ac:spMkLst>
        </pc:spChg>
        <pc:spChg chg="mod">
          <ac:chgData name="MOHAMED SHAWQI ABDULRASOOL ABDULLA" userId="c5b09465-5c01-4abd-96ed-871abd5ad2d9" providerId="ADAL" clId="{76B3A7F8-440F-44F2-AF83-879440285CC4}" dt="2026-07-12T18:42:59.426" v="84" actId="1076"/>
          <ac:spMkLst>
            <pc:docMk/>
            <pc:sldMk cId="961564084" sldId="265"/>
            <ac:spMk id="13" creationId="{9A086121-D8AC-D590-9749-7AAF5E18231D}"/>
          </ac:spMkLst>
        </pc:spChg>
        <pc:picChg chg="mod">
          <ac:chgData name="MOHAMED SHAWQI ABDULRASOOL ABDULLA" userId="c5b09465-5c01-4abd-96ed-871abd5ad2d9" providerId="ADAL" clId="{76B3A7F8-440F-44F2-AF83-879440285CC4}" dt="2026-07-12T18:43:00.543" v="85" actId="1076"/>
          <ac:picMkLst>
            <pc:docMk/>
            <pc:sldMk cId="961564084" sldId="265"/>
            <ac:picMk id="3" creationId="{EAB12844-7FF1-0C8C-9C1A-3F196DDF3914}"/>
          </ac:picMkLst>
        </pc:picChg>
      </pc:sldChg>
      <pc:sldChg chg="addSp delSp modSp mod">
        <pc:chgData name="MOHAMED SHAWQI ABDULRASOOL ABDULLA" userId="c5b09465-5c01-4abd-96ed-871abd5ad2d9" providerId="ADAL" clId="{76B3A7F8-440F-44F2-AF83-879440285CC4}" dt="2026-07-12T18:48:12.414" v="226" actId="478"/>
        <pc:sldMkLst>
          <pc:docMk/>
          <pc:sldMk cId="1457272562" sldId="266"/>
        </pc:sldMkLst>
        <pc:spChg chg="mod">
          <ac:chgData name="MOHAMED SHAWQI ABDULRASOOL ABDULLA" userId="c5b09465-5c01-4abd-96ed-871abd5ad2d9" providerId="ADAL" clId="{76B3A7F8-440F-44F2-AF83-879440285CC4}" dt="2026-07-12T18:39:28.715" v="75" actId="208"/>
          <ac:spMkLst>
            <pc:docMk/>
            <pc:sldMk cId="1457272562" sldId="266"/>
            <ac:spMk id="4" creationId="{6D8802C1-F687-E6C8-B1CD-C1DDA6CEB7C2}"/>
          </ac:spMkLst>
        </pc:spChg>
        <pc:graphicFrameChg chg="add del mod">
          <ac:chgData name="MOHAMED SHAWQI ABDULRASOOL ABDULLA" userId="c5b09465-5c01-4abd-96ed-871abd5ad2d9" providerId="ADAL" clId="{76B3A7F8-440F-44F2-AF83-879440285CC4}" dt="2026-07-12T18:48:12.414" v="226" actId="478"/>
          <ac:graphicFrameMkLst>
            <pc:docMk/>
            <pc:sldMk cId="1457272562" sldId="266"/>
            <ac:graphicFrameMk id="2" creationId="{5443273D-736D-8EC2-6EBB-18341179631E}"/>
          </ac:graphicFrameMkLst>
        </pc:graphicFrameChg>
      </pc:sldChg>
      <pc:sldChg chg="addSp delSp modSp new del mod modClrScheme chgLayout">
        <pc:chgData name="MOHAMED SHAWQI ABDULRASOOL ABDULLA" userId="c5b09465-5c01-4abd-96ed-871abd5ad2d9" providerId="ADAL" clId="{76B3A7F8-440F-44F2-AF83-879440285CC4}" dt="2026-07-12T18:47:26.804" v="219" actId="47"/>
        <pc:sldMkLst>
          <pc:docMk/>
          <pc:sldMk cId="1188356583" sldId="267"/>
        </pc:sldMkLst>
        <pc:spChg chg="del mod ord">
          <ac:chgData name="MOHAMED SHAWQI ABDULRASOOL ABDULLA" userId="c5b09465-5c01-4abd-96ed-871abd5ad2d9" providerId="ADAL" clId="{76B3A7F8-440F-44F2-AF83-879440285CC4}" dt="2026-07-12T18:46:54.105" v="210" actId="700"/>
          <ac:spMkLst>
            <pc:docMk/>
            <pc:sldMk cId="1188356583" sldId="267"/>
            <ac:spMk id="2" creationId="{55DFB32E-9DC5-0F00-53FC-2ED1088459BB}"/>
          </ac:spMkLst>
        </pc:spChg>
        <pc:spChg chg="add del mod ord">
          <ac:chgData name="MOHAMED SHAWQI ABDULRASOOL ABDULLA" userId="c5b09465-5c01-4abd-96ed-871abd5ad2d9" providerId="ADAL" clId="{76B3A7F8-440F-44F2-AF83-879440285CC4}" dt="2026-07-12T18:47:24.643" v="218" actId="478"/>
          <ac:spMkLst>
            <pc:docMk/>
            <pc:sldMk cId="1188356583" sldId="267"/>
            <ac:spMk id="3" creationId="{6ACCDC43-6252-CD11-2856-6C7F66E3951D}"/>
          </ac:spMkLst>
        </pc:spChg>
        <pc:spChg chg="add del mod ord">
          <ac:chgData name="MOHAMED SHAWQI ABDULRASOOL ABDULLA" userId="c5b09465-5c01-4abd-96ed-871abd5ad2d9" providerId="ADAL" clId="{76B3A7F8-440F-44F2-AF83-879440285CC4}" dt="2026-07-12T18:46:55.895" v="211"/>
          <ac:spMkLst>
            <pc:docMk/>
            <pc:sldMk cId="1188356583" sldId="267"/>
            <ac:spMk id="5" creationId="{36702485-CF7B-A39A-E2A7-8BFCE70D379D}"/>
          </ac:spMkLst>
        </pc:spChg>
        <pc:graphicFrameChg chg="add del mod modGraphic">
          <ac:chgData name="MOHAMED SHAWQI ABDULRASOOL ABDULLA" userId="c5b09465-5c01-4abd-96ed-871abd5ad2d9" providerId="ADAL" clId="{76B3A7F8-440F-44F2-AF83-879440285CC4}" dt="2026-07-12T18:46:47.951" v="209" actId="478"/>
          <ac:graphicFrameMkLst>
            <pc:docMk/>
            <pc:sldMk cId="1188356583" sldId="267"/>
            <ac:graphicFrameMk id="4" creationId="{F895F332-8C56-D561-0E73-A1AB6AEE7081}"/>
          </ac:graphicFrameMkLst>
        </pc:graphicFrameChg>
        <pc:graphicFrameChg chg="add mod modGraphic">
          <ac:chgData name="MOHAMED SHAWQI ABDULRASOOL ABDULLA" userId="c5b09465-5c01-4abd-96ed-871abd5ad2d9" providerId="ADAL" clId="{76B3A7F8-440F-44F2-AF83-879440285CC4}" dt="2026-07-12T18:47:18.190" v="216" actId="1076"/>
          <ac:graphicFrameMkLst>
            <pc:docMk/>
            <pc:sldMk cId="1188356583" sldId="267"/>
            <ac:graphicFrameMk id="6" creationId="{68181970-7C84-1B87-7A7B-531A40B2F23E}"/>
          </ac:graphicFrameMkLst>
        </pc:graphicFrameChg>
      </pc:sldChg>
      <pc:sldChg chg="addSp delSp modSp new del mod chgLayout">
        <pc:chgData name="MOHAMED SHAWQI ABDULRASOOL ABDULLA" userId="c5b09465-5c01-4abd-96ed-871abd5ad2d9" providerId="ADAL" clId="{76B3A7F8-440F-44F2-AF83-879440285CC4}" dt="2026-07-12T19:42:47.810" v="696" actId="47"/>
        <pc:sldMkLst>
          <pc:docMk/>
          <pc:sldMk cId="1307090888" sldId="267"/>
        </pc:sldMkLst>
        <pc:spChg chg="del">
          <ac:chgData name="MOHAMED SHAWQI ABDULRASOOL ABDULLA" userId="c5b09465-5c01-4abd-96ed-871abd5ad2d9" providerId="ADAL" clId="{76B3A7F8-440F-44F2-AF83-879440285CC4}" dt="2026-07-12T18:58:31.853" v="253" actId="478"/>
          <ac:spMkLst>
            <pc:docMk/>
            <pc:sldMk cId="1307090888" sldId="267"/>
            <ac:spMk id="2" creationId="{D880F795-B799-09BC-C6C8-5F9A16A05A58}"/>
          </ac:spMkLst>
        </pc:spChg>
        <pc:spChg chg="add del">
          <ac:chgData name="MOHAMED SHAWQI ABDULRASOOL ABDULLA" userId="c5b09465-5c01-4abd-96ed-871abd5ad2d9" providerId="ADAL" clId="{76B3A7F8-440F-44F2-AF83-879440285CC4}" dt="2026-07-12T18:48:23.172" v="227" actId="3680"/>
          <ac:spMkLst>
            <pc:docMk/>
            <pc:sldMk cId="1307090888" sldId="267"/>
            <ac:spMk id="3" creationId="{FE4D05A3-B1F3-B586-8DAB-FB3C180B2FB5}"/>
          </ac:spMkLst>
        </pc:spChg>
        <pc:spChg chg="add mod ord">
          <ac:chgData name="MOHAMED SHAWQI ABDULRASOOL ABDULLA" userId="c5b09465-5c01-4abd-96ed-871abd5ad2d9" providerId="ADAL" clId="{76B3A7F8-440F-44F2-AF83-879440285CC4}" dt="2026-07-12T19:03:03.819" v="283" actId="20577"/>
          <ac:spMkLst>
            <pc:docMk/>
            <pc:sldMk cId="1307090888" sldId="267"/>
            <ac:spMk id="6" creationId="{F016FDDD-0D5D-FA46-45DA-EFBFE9420B75}"/>
          </ac:spMkLst>
        </pc:spChg>
        <pc:graphicFrameChg chg="add mod">
          <ac:chgData name="MOHAMED SHAWQI ABDULRASOOL ABDULLA" userId="c5b09465-5c01-4abd-96ed-871abd5ad2d9" providerId="ADAL" clId="{76B3A7F8-440F-44F2-AF83-879440285CC4}" dt="2026-07-12T18:47:42.043" v="222"/>
          <ac:graphicFrameMkLst>
            <pc:docMk/>
            <pc:sldMk cId="1307090888" sldId="267"/>
            <ac:graphicFrameMk id="4" creationId="{424C8F9F-A272-980B-B4EA-CC8BCE23949B}"/>
          </ac:graphicFrameMkLst>
        </pc:graphicFrameChg>
        <pc:graphicFrameChg chg="add mod ord modGraphic">
          <ac:chgData name="MOHAMED SHAWQI ABDULRASOOL ABDULLA" userId="c5b09465-5c01-4abd-96ed-871abd5ad2d9" providerId="ADAL" clId="{76B3A7F8-440F-44F2-AF83-879440285CC4}" dt="2026-07-12T19:02:29.669" v="264" actId="700"/>
          <ac:graphicFrameMkLst>
            <pc:docMk/>
            <pc:sldMk cId="1307090888" sldId="267"/>
            <ac:graphicFrameMk id="5" creationId="{C22F64B5-CB7D-0D02-DEEC-11D0976EFB45}"/>
          </ac:graphicFrameMkLst>
        </pc:graphicFrameChg>
      </pc:sldChg>
      <pc:sldChg chg="addSp delSp modSp del mod">
        <pc:chgData name="MOHAMED SHAWQI ABDULRASOOL ABDULLA" userId="c5b09465-5c01-4abd-96ed-871abd5ad2d9" providerId="ADAL" clId="{76B3A7F8-440F-44F2-AF83-879440285CC4}" dt="2026-07-12T18:43:09.667" v="87" actId="47"/>
        <pc:sldMkLst>
          <pc:docMk/>
          <pc:sldMk cId="1851601007" sldId="267"/>
        </pc:sldMkLst>
        <pc:spChg chg="del mod">
          <ac:chgData name="MOHAMED SHAWQI ABDULRASOOL ABDULLA" userId="c5b09465-5c01-4abd-96ed-871abd5ad2d9" providerId="ADAL" clId="{76B3A7F8-440F-44F2-AF83-879440285CC4}" dt="2026-07-12T18:42:19.149" v="76" actId="478"/>
          <ac:spMkLst>
            <pc:docMk/>
            <pc:sldMk cId="1851601007" sldId="267"/>
            <ac:spMk id="2" creationId="{C6D9423E-E928-A53F-8B7A-C7913A7B5AB9}"/>
          </ac:spMkLst>
        </pc:spChg>
        <pc:spChg chg="del">
          <ac:chgData name="MOHAMED SHAWQI ABDULRASOOL ABDULLA" userId="c5b09465-5c01-4abd-96ed-871abd5ad2d9" providerId="ADAL" clId="{76B3A7F8-440F-44F2-AF83-879440285CC4}" dt="2026-07-12T18:42:25.632" v="78" actId="478"/>
          <ac:spMkLst>
            <pc:docMk/>
            <pc:sldMk cId="1851601007" sldId="267"/>
            <ac:spMk id="3" creationId="{425B79BF-F5B5-AA49-F21C-2A1B8228EE38}"/>
          </ac:spMkLst>
        </pc:spChg>
        <pc:spChg chg="add del mod">
          <ac:chgData name="MOHAMED SHAWQI ABDULRASOOL ABDULLA" userId="c5b09465-5c01-4abd-96ed-871abd5ad2d9" providerId="ADAL" clId="{76B3A7F8-440F-44F2-AF83-879440285CC4}" dt="2026-07-12T18:42:23.906" v="77" actId="478"/>
          <ac:spMkLst>
            <pc:docMk/>
            <pc:sldMk cId="1851601007" sldId="267"/>
            <ac:spMk id="5" creationId="{AF9A3596-BC52-F420-1D29-BD88044087AE}"/>
          </ac:spMkLst>
        </pc:spChg>
        <pc:graphicFrameChg chg="add del mod modGraphic">
          <ac:chgData name="MOHAMED SHAWQI ABDULRASOOL ABDULLA" userId="c5b09465-5c01-4abd-96ed-871abd5ad2d9" providerId="ADAL" clId="{76B3A7F8-440F-44F2-AF83-879440285CC4}" dt="2026-07-12T10:18:56.752" v="52" actId="478"/>
          <ac:graphicFrameMkLst>
            <pc:docMk/>
            <pc:sldMk cId="1851601007" sldId="267"/>
            <ac:graphicFrameMk id="4" creationId="{4F4960F3-7475-49B2-942F-0023C9A0B995}"/>
          </ac:graphicFrameMkLst>
        </pc:graphicFrameChg>
      </pc:sldChg>
      <pc:sldChg chg="addSp delSp modSp new del mod">
        <pc:chgData name="MOHAMED SHAWQI ABDULRASOOL ABDULLA" userId="c5b09465-5c01-4abd-96ed-871abd5ad2d9" providerId="ADAL" clId="{76B3A7F8-440F-44F2-AF83-879440285CC4}" dt="2026-07-12T19:42:43.493" v="695" actId="47"/>
        <pc:sldMkLst>
          <pc:docMk/>
          <pc:sldMk cId="287494908" sldId="268"/>
        </pc:sldMkLst>
        <pc:graphicFrameChg chg="add del mod">
          <ac:chgData name="MOHAMED SHAWQI ABDULRASOOL ABDULLA" userId="c5b09465-5c01-4abd-96ed-871abd5ad2d9" providerId="ADAL" clId="{76B3A7F8-440F-44F2-AF83-879440285CC4}" dt="2026-07-12T19:06:00.651" v="286" actId="478"/>
          <ac:graphicFrameMkLst>
            <pc:docMk/>
            <pc:sldMk cId="287494908" sldId="268"/>
            <ac:graphicFrameMk id="2" creationId="{4C0251F4-7BAD-EB16-F344-516A4749C4D9}"/>
          </ac:graphicFrameMkLst>
        </pc:graphicFrameChg>
        <pc:graphicFrameChg chg="add del mod modGraphic">
          <ac:chgData name="MOHAMED SHAWQI ABDULRASOOL ABDULLA" userId="c5b09465-5c01-4abd-96ed-871abd5ad2d9" providerId="ADAL" clId="{76B3A7F8-440F-44F2-AF83-879440285CC4}" dt="2026-07-12T19:09:53.374" v="333" actId="478"/>
          <ac:graphicFrameMkLst>
            <pc:docMk/>
            <pc:sldMk cId="287494908" sldId="268"/>
            <ac:graphicFrameMk id="3" creationId="{A56FBF0E-A83C-CBAB-F2DE-4EE3B96E2B01}"/>
          </ac:graphicFrameMkLst>
        </pc:graphicFrameChg>
        <pc:graphicFrameChg chg="add del mod modGraphic">
          <ac:chgData name="MOHAMED SHAWQI ABDULRASOOL ABDULLA" userId="c5b09465-5c01-4abd-96ed-871abd5ad2d9" providerId="ADAL" clId="{76B3A7F8-440F-44F2-AF83-879440285CC4}" dt="2026-07-12T19:21:59.456" v="528" actId="478"/>
          <ac:graphicFrameMkLst>
            <pc:docMk/>
            <pc:sldMk cId="287494908" sldId="268"/>
            <ac:graphicFrameMk id="4" creationId="{1BF9382E-431A-73F8-3AD9-E982A28A9EF3}"/>
          </ac:graphicFrameMkLst>
        </pc:graphicFrameChg>
        <pc:graphicFrameChg chg="add mod modGraphic">
          <ac:chgData name="MOHAMED SHAWQI ABDULRASOOL ABDULLA" userId="c5b09465-5c01-4abd-96ed-871abd5ad2d9" providerId="ADAL" clId="{76B3A7F8-440F-44F2-AF83-879440285CC4}" dt="2026-07-12T19:28:13.031" v="621" actId="1076"/>
          <ac:graphicFrameMkLst>
            <pc:docMk/>
            <pc:sldMk cId="287494908" sldId="268"/>
            <ac:graphicFrameMk id="5" creationId="{2402649D-C662-C77C-E85A-0755B2465CDD}"/>
          </ac:graphicFrameMkLst>
        </pc:graphicFrameChg>
        <pc:graphicFrameChg chg="add mod modGraphic">
          <ac:chgData name="MOHAMED SHAWQI ABDULRASOOL ABDULLA" userId="c5b09465-5c01-4abd-96ed-871abd5ad2d9" providerId="ADAL" clId="{76B3A7F8-440F-44F2-AF83-879440285CC4}" dt="2026-07-12T19:28:08.091" v="620" actId="1076"/>
          <ac:graphicFrameMkLst>
            <pc:docMk/>
            <pc:sldMk cId="287494908" sldId="268"/>
            <ac:graphicFrameMk id="7" creationId="{1E2C43A0-56E1-84D7-D177-45C9A1B49B62}"/>
          </ac:graphicFrameMkLst>
        </pc:graphicFrameChg>
        <pc:graphicFrameChg chg="add mod modGraphic">
          <ac:chgData name="MOHAMED SHAWQI ABDULRASOOL ABDULLA" userId="c5b09465-5c01-4abd-96ed-871abd5ad2d9" providerId="ADAL" clId="{76B3A7F8-440F-44F2-AF83-879440285CC4}" dt="2026-07-12T19:28:36.926" v="632"/>
          <ac:graphicFrameMkLst>
            <pc:docMk/>
            <pc:sldMk cId="287494908" sldId="268"/>
            <ac:graphicFrameMk id="9" creationId="{AD47733E-E2FE-E501-24C4-5E2D86C717B4}"/>
          </ac:graphicFrameMkLst>
        </pc:graphicFrameChg>
      </pc:sldChg>
      <pc:sldChg chg="addSp delSp modSp new del mod">
        <pc:chgData name="MOHAMED SHAWQI ABDULRASOOL ABDULLA" userId="c5b09465-5c01-4abd-96ed-871abd5ad2d9" providerId="ADAL" clId="{76B3A7F8-440F-44F2-AF83-879440285CC4}" dt="2026-07-12T18:43:12.204" v="88" actId="47"/>
        <pc:sldMkLst>
          <pc:docMk/>
          <pc:sldMk cId="1473171331" sldId="268"/>
        </pc:sldMkLst>
        <pc:spChg chg="del">
          <ac:chgData name="MOHAMED SHAWQI ABDULRASOOL ABDULLA" userId="c5b09465-5c01-4abd-96ed-871abd5ad2d9" providerId="ADAL" clId="{76B3A7F8-440F-44F2-AF83-879440285CC4}" dt="2026-07-12T10:17:42.575" v="38"/>
          <ac:spMkLst>
            <pc:docMk/>
            <pc:sldMk cId="1473171331" sldId="268"/>
            <ac:spMk id="3" creationId="{0E61FF18-9B8F-698B-C571-DE779E019793}"/>
          </ac:spMkLst>
        </pc:spChg>
        <pc:spChg chg="add mod">
          <ac:chgData name="MOHAMED SHAWQI ABDULRASOOL ABDULLA" userId="c5b09465-5c01-4abd-96ed-871abd5ad2d9" providerId="ADAL" clId="{76B3A7F8-440F-44F2-AF83-879440285CC4}" dt="2026-07-12T10:18:52.262" v="51" actId="478"/>
          <ac:spMkLst>
            <pc:docMk/>
            <pc:sldMk cId="1473171331" sldId="268"/>
            <ac:spMk id="6" creationId="{59E4372C-4847-41CD-F615-0F1B37211C9D}"/>
          </ac:spMkLst>
        </pc:spChg>
        <pc:graphicFrameChg chg="add del mod modGraphic">
          <ac:chgData name="MOHAMED SHAWQI ABDULRASOOL ABDULLA" userId="c5b09465-5c01-4abd-96ed-871abd5ad2d9" providerId="ADAL" clId="{76B3A7F8-440F-44F2-AF83-879440285CC4}" dt="2026-07-12T10:18:52.262" v="51" actId="478"/>
          <ac:graphicFrameMkLst>
            <pc:docMk/>
            <pc:sldMk cId="1473171331" sldId="268"/>
            <ac:graphicFrameMk id="4" creationId="{E3AFDFD0-B9D9-CB24-53DA-3A136F986C33}"/>
          </ac:graphicFrameMkLst>
        </pc:graphicFrameChg>
      </pc:sldChg>
      <pc:sldChg chg="addSp delSp modSp new del mod setBg">
        <pc:chgData name="MOHAMED SHAWQI ABDULRASOOL ABDULLA" userId="c5b09465-5c01-4abd-96ed-871abd5ad2d9" providerId="ADAL" clId="{76B3A7F8-440F-44F2-AF83-879440285CC4}" dt="2026-07-12T18:46:29.484" v="203" actId="47"/>
        <pc:sldMkLst>
          <pc:docMk/>
          <pc:sldMk cId="1345844479" sldId="269"/>
        </pc:sldMkLst>
        <pc:spChg chg="mod">
          <ac:chgData name="MOHAMED SHAWQI ABDULRASOOL ABDULLA" userId="c5b09465-5c01-4abd-96ed-871abd5ad2d9" providerId="ADAL" clId="{76B3A7F8-440F-44F2-AF83-879440285CC4}" dt="2026-07-12T18:43:26.345" v="90" actId="26606"/>
          <ac:spMkLst>
            <pc:docMk/>
            <pc:sldMk cId="1345844479" sldId="269"/>
            <ac:spMk id="2" creationId="{C3BE5DC1-F6CF-DAED-AF05-AC7C8C198C6A}"/>
          </ac:spMkLst>
        </pc:spChg>
        <pc:spChg chg="del">
          <ac:chgData name="MOHAMED SHAWQI ABDULRASOOL ABDULLA" userId="c5b09465-5c01-4abd-96ed-871abd5ad2d9" providerId="ADAL" clId="{76B3A7F8-440F-44F2-AF83-879440285CC4}" dt="2026-07-12T18:43:15.254" v="89"/>
          <ac:spMkLst>
            <pc:docMk/>
            <pc:sldMk cId="1345844479" sldId="269"/>
            <ac:spMk id="3" creationId="{5E43317D-DEFF-26E5-B36A-A5F8F92643AB}"/>
          </ac:spMkLst>
        </pc:spChg>
        <pc:spChg chg="add del mod">
          <ac:chgData name="MOHAMED SHAWQI ABDULRASOOL ABDULLA" userId="c5b09465-5c01-4abd-96ed-871abd5ad2d9" providerId="ADAL" clId="{76B3A7F8-440F-44F2-AF83-879440285CC4}" dt="2026-07-12T18:46:19.933" v="182" actId="21"/>
          <ac:spMkLst>
            <pc:docMk/>
            <pc:sldMk cId="1345844479" sldId="269"/>
            <ac:spMk id="6" creationId="{D3BC4EE9-6145-45D2-7720-94FFFD592622}"/>
          </ac:spMkLst>
        </pc:spChg>
        <pc:spChg chg="add">
          <ac:chgData name="MOHAMED SHAWQI ABDULRASOOL ABDULLA" userId="c5b09465-5c01-4abd-96ed-871abd5ad2d9" providerId="ADAL" clId="{76B3A7F8-440F-44F2-AF83-879440285CC4}" dt="2026-07-12T18:43:26.345" v="90" actId="26606"/>
          <ac:spMkLst>
            <pc:docMk/>
            <pc:sldMk cId="1345844479" sldId="269"/>
            <ac:spMk id="9" creationId="{23D9B6CF-87DD-47C7-B38D-7C5353D4DC9D}"/>
          </ac:spMkLst>
        </pc:spChg>
        <pc:spChg chg="add">
          <ac:chgData name="MOHAMED SHAWQI ABDULRASOOL ABDULLA" userId="c5b09465-5c01-4abd-96ed-871abd5ad2d9" providerId="ADAL" clId="{76B3A7F8-440F-44F2-AF83-879440285CC4}" dt="2026-07-12T18:43:26.345" v="90" actId="26606"/>
          <ac:spMkLst>
            <pc:docMk/>
            <pc:sldMk cId="1345844479" sldId="269"/>
            <ac:spMk id="11" creationId="{EFE2328B-DA12-4B90-BD82-3CCF13AF6C83}"/>
          </ac:spMkLst>
        </pc:spChg>
        <pc:spChg chg="add">
          <ac:chgData name="MOHAMED SHAWQI ABDULRASOOL ABDULLA" userId="c5b09465-5c01-4abd-96ed-871abd5ad2d9" providerId="ADAL" clId="{76B3A7F8-440F-44F2-AF83-879440285CC4}" dt="2026-07-12T18:43:26.345" v="90" actId="26606"/>
          <ac:spMkLst>
            <pc:docMk/>
            <pc:sldMk cId="1345844479" sldId="269"/>
            <ac:spMk id="13" creationId="{F77FF0B6-332F-4842-A5F8-EA360BD5FF84}"/>
          </ac:spMkLst>
        </pc:spChg>
        <pc:graphicFrameChg chg="add del mod modGraphic">
          <ac:chgData name="MOHAMED SHAWQI ABDULRASOOL ABDULLA" userId="c5b09465-5c01-4abd-96ed-871abd5ad2d9" providerId="ADAL" clId="{76B3A7F8-440F-44F2-AF83-879440285CC4}" dt="2026-07-12T18:46:28.214" v="202" actId="20577"/>
          <ac:graphicFrameMkLst>
            <pc:docMk/>
            <pc:sldMk cId="1345844479" sldId="269"/>
            <ac:graphicFrameMk id="4" creationId="{F895F332-8C56-D561-0E73-A1AB6AEE7081}"/>
          </ac:graphicFrameMkLst>
        </pc:graphicFrameChg>
      </pc:sldChg>
      <pc:sldChg chg="addSp delSp modSp new mod">
        <pc:chgData name="MOHAMED SHAWQI ABDULRASOOL ABDULLA" userId="c5b09465-5c01-4abd-96ed-871abd5ad2d9" providerId="ADAL" clId="{76B3A7F8-440F-44F2-AF83-879440285CC4}" dt="2026-07-12T19:59:02.193" v="910" actId="1076"/>
        <pc:sldMkLst>
          <pc:docMk/>
          <pc:sldMk cId="4271761323" sldId="269"/>
        </pc:sldMkLst>
        <pc:spChg chg="mod">
          <ac:chgData name="MOHAMED SHAWQI ABDULRASOOL ABDULLA" userId="c5b09465-5c01-4abd-96ed-871abd5ad2d9" providerId="ADAL" clId="{76B3A7F8-440F-44F2-AF83-879440285CC4}" dt="2026-07-12T19:54:57.491" v="847" actId="1076"/>
          <ac:spMkLst>
            <pc:docMk/>
            <pc:sldMk cId="4271761323" sldId="269"/>
            <ac:spMk id="2" creationId="{61356340-BCB7-25D9-9FCD-7B8F74D6BF26}"/>
          </ac:spMkLst>
        </pc:spChg>
        <pc:spChg chg="del">
          <ac:chgData name="MOHAMED SHAWQI ABDULRASOOL ABDULLA" userId="c5b09465-5c01-4abd-96ed-871abd5ad2d9" providerId="ADAL" clId="{76B3A7F8-440F-44F2-AF83-879440285CC4}" dt="2026-07-12T19:48:06.889" v="697"/>
          <ac:spMkLst>
            <pc:docMk/>
            <pc:sldMk cId="4271761323" sldId="269"/>
            <ac:spMk id="3" creationId="{596C24A2-34A5-9632-0A52-3C19C9E54C78}"/>
          </ac:spMkLst>
        </pc:spChg>
        <pc:spChg chg="add del mod">
          <ac:chgData name="MOHAMED SHAWQI ABDULRASOOL ABDULLA" userId="c5b09465-5c01-4abd-96ed-871abd5ad2d9" providerId="ADAL" clId="{76B3A7F8-440F-44F2-AF83-879440285CC4}" dt="2026-07-12T19:52:10.478" v="802"/>
          <ac:spMkLst>
            <pc:docMk/>
            <pc:sldMk cId="4271761323" sldId="269"/>
            <ac:spMk id="6" creationId="{78EE33FF-EDDE-8FDA-302D-823C3E5EEB6F}"/>
          </ac:spMkLst>
        </pc:spChg>
        <pc:graphicFrameChg chg="add del mod modGraphic">
          <ac:chgData name="MOHAMED SHAWQI ABDULRASOOL ABDULLA" userId="c5b09465-5c01-4abd-96ed-871abd5ad2d9" providerId="ADAL" clId="{76B3A7F8-440F-44F2-AF83-879440285CC4}" dt="2026-07-12T19:52:08.564" v="801" actId="478"/>
          <ac:graphicFrameMkLst>
            <pc:docMk/>
            <pc:sldMk cId="4271761323" sldId="269"/>
            <ac:graphicFrameMk id="4" creationId="{E2481307-6DD9-DD56-5E05-F91A549E66CA}"/>
          </ac:graphicFrameMkLst>
        </pc:graphicFrameChg>
        <pc:graphicFrameChg chg="add mod modGraphic">
          <ac:chgData name="MOHAMED SHAWQI ABDULRASOOL ABDULLA" userId="c5b09465-5c01-4abd-96ed-871abd5ad2d9" providerId="ADAL" clId="{76B3A7F8-440F-44F2-AF83-879440285CC4}" dt="2026-07-12T19:58:53.996" v="906" actId="1076"/>
          <ac:graphicFrameMkLst>
            <pc:docMk/>
            <pc:sldMk cId="4271761323" sldId="269"/>
            <ac:graphicFrameMk id="7" creationId="{70F08725-4A4A-EE08-74C8-F7DAFCDB848C}"/>
          </ac:graphicFrameMkLst>
        </pc:graphicFrameChg>
        <pc:picChg chg="add mod">
          <ac:chgData name="MOHAMED SHAWQI ABDULRASOOL ABDULLA" userId="c5b09465-5c01-4abd-96ed-871abd5ad2d9" providerId="ADAL" clId="{76B3A7F8-440F-44F2-AF83-879440285CC4}" dt="2026-07-12T19:59:02.193" v="910" actId="1076"/>
          <ac:picMkLst>
            <pc:docMk/>
            <pc:sldMk cId="4271761323" sldId="269"/>
            <ac:picMk id="9" creationId="{852F65C7-C162-854F-DCFF-A91114A2A53F}"/>
          </ac:picMkLst>
        </pc:picChg>
        <pc:picChg chg="add mod">
          <ac:chgData name="MOHAMED SHAWQI ABDULRASOOL ABDULLA" userId="c5b09465-5c01-4abd-96ed-871abd5ad2d9" providerId="ADAL" clId="{76B3A7F8-440F-44F2-AF83-879440285CC4}" dt="2026-07-12T19:58:55.392" v="907" actId="1076"/>
          <ac:picMkLst>
            <pc:docMk/>
            <pc:sldMk cId="4271761323" sldId="269"/>
            <ac:picMk id="11" creationId="{479D25E9-4E13-0149-A44E-F53496B4E919}"/>
          </ac:picMkLst>
        </pc:picChg>
        <pc:picChg chg="add mod">
          <ac:chgData name="MOHAMED SHAWQI ABDULRASOOL ABDULLA" userId="c5b09465-5c01-4abd-96ed-871abd5ad2d9" providerId="ADAL" clId="{76B3A7F8-440F-44F2-AF83-879440285CC4}" dt="2026-07-12T19:58:58.472" v="909" actId="1076"/>
          <ac:picMkLst>
            <pc:docMk/>
            <pc:sldMk cId="4271761323" sldId="269"/>
            <ac:picMk id="13" creationId="{A4AD1E25-E659-2264-3F0C-17FA4020A522}"/>
          </ac:picMkLst>
        </pc:picChg>
      </pc:sldChg>
      <pc:sldChg chg="add">
        <pc:chgData name="MOHAMED SHAWQI ABDULRASOOL ABDULLA" userId="c5b09465-5c01-4abd-96ed-871abd5ad2d9" providerId="ADAL" clId="{76B3A7F8-440F-44F2-AF83-879440285CC4}" dt="2026-07-12T19:42:35.753" v="693"/>
        <pc:sldMkLst>
          <pc:docMk/>
          <pc:sldMk cId="1146263116" sldId="270"/>
        </pc:sldMkLst>
      </pc:sldChg>
      <pc:sldChg chg="add">
        <pc:chgData name="MOHAMED SHAWQI ABDULRASOOL ABDULLA" userId="c5b09465-5c01-4abd-96ed-871abd5ad2d9" providerId="ADAL" clId="{76B3A7F8-440F-44F2-AF83-879440285CC4}" dt="2026-07-12T19:42:41.483" v="694"/>
        <pc:sldMkLst>
          <pc:docMk/>
          <pc:sldMk cId="3897870111" sldId="271"/>
        </pc:sldMkLst>
      </pc:sldChg>
      <pc:sldChg chg="addSp delSp modSp new mod setBg">
        <pc:chgData name="MOHAMED SHAWQI ABDULRASOOL ABDULLA" userId="c5b09465-5c01-4abd-96ed-871abd5ad2d9" providerId="ADAL" clId="{76B3A7F8-440F-44F2-AF83-879440285CC4}" dt="2026-07-12T20:16:03.507" v="1264" actId="123"/>
        <pc:sldMkLst>
          <pc:docMk/>
          <pc:sldMk cId="8929228" sldId="272"/>
        </pc:sldMkLst>
        <pc:spChg chg="del mod">
          <ac:chgData name="MOHAMED SHAWQI ABDULRASOOL ABDULLA" userId="c5b09465-5c01-4abd-96ed-871abd5ad2d9" providerId="ADAL" clId="{76B3A7F8-440F-44F2-AF83-879440285CC4}" dt="2026-07-12T20:02:36.246" v="940" actId="478"/>
          <ac:spMkLst>
            <pc:docMk/>
            <pc:sldMk cId="8929228" sldId="272"/>
            <ac:spMk id="2" creationId="{8DA1E65F-5ACB-39C7-3677-17593D4738B8}"/>
          </ac:spMkLst>
        </pc:spChg>
        <pc:spChg chg="mod ord">
          <ac:chgData name="MOHAMED SHAWQI ABDULRASOOL ABDULLA" userId="c5b09465-5c01-4abd-96ed-871abd5ad2d9" providerId="ADAL" clId="{76B3A7F8-440F-44F2-AF83-879440285CC4}" dt="2026-07-12T20:16:03.507" v="1264" actId="123"/>
          <ac:spMkLst>
            <pc:docMk/>
            <pc:sldMk cId="8929228" sldId="272"/>
            <ac:spMk id="3" creationId="{9CBE017F-ECED-DBF4-2748-DD28B7E2C96E}"/>
          </ac:spMkLst>
        </pc:spChg>
        <pc:spChg chg="add mod">
          <ac:chgData name="MOHAMED SHAWQI ABDULRASOOL ABDULLA" userId="c5b09465-5c01-4abd-96ed-871abd5ad2d9" providerId="ADAL" clId="{76B3A7F8-440F-44F2-AF83-879440285CC4}" dt="2026-07-12T20:12:18.659" v="1220" actId="26606"/>
          <ac:spMkLst>
            <pc:docMk/>
            <pc:sldMk cId="8929228" sldId="272"/>
            <ac:spMk id="5" creationId="{A3EFB47D-6E16-6089-9F6B-FEB28ACD9EB1}"/>
          </ac:spMkLst>
        </pc:spChg>
        <pc:spChg chg="add del">
          <ac:chgData name="MOHAMED SHAWQI ABDULRASOOL ABDULLA" userId="c5b09465-5c01-4abd-96ed-871abd5ad2d9" providerId="ADAL" clId="{76B3A7F8-440F-44F2-AF83-879440285CC4}" dt="2026-07-12T20:09:53.557" v="1193" actId="22"/>
          <ac:spMkLst>
            <pc:docMk/>
            <pc:sldMk cId="8929228" sldId="272"/>
            <ac:spMk id="8" creationId="{9144DD08-341A-FDC2-557A-1B1BA6BD56DF}"/>
          </ac:spMkLst>
        </pc:spChg>
        <pc:spChg chg="add">
          <ac:chgData name="MOHAMED SHAWQI ABDULRASOOL ABDULLA" userId="c5b09465-5c01-4abd-96ed-871abd5ad2d9" providerId="ADAL" clId="{76B3A7F8-440F-44F2-AF83-879440285CC4}" dt="2026-07-12T20:12:18.659" v="1220" actId="26606"/>
          <ac:spMkLst>
            <pc:docMk/>
            <pc:sldMk cId="8929228" sldId="272"/>
            <ac:spMk id="9" creationId="{879398A9-0D0D-4901-BDDF-B3D93CECA7B9}"/>
          </ac:spMkLst>
        </pc:spChg>
        <pc:spChg chg="add del mod">
          <ac:chgData name="MOHAMED SHAWQI ABDULRASOOL ABDULLA" userId="c5b09465-5c01-4abd-96ed-871abd5ad2d9" providerId="ADAL" clId="{76B3A7F8-440F-44F2-AF83-879440285CC4}" dt="2026-07-12T20:10:03.946" v="1198" actId="478"/>
          <ac:spMkLst>
            <pc:docMk/>
            <pc:sldMk cId="8929228" sldId="272"/>
            <ac:spMk id="10" creationId="{B5F908E5-E6EA-8C66-EB42-C9F125606FD6}"/>
          </ac:spMkLst>
        </pc:spChg>
        <pc:spChg chg="add">
          <ac:chgData name="MOHAMED SHAWQI ABDULRASOOL ABDULLA" userId="c5b09465-5c01-4abd-96ed-871abd5ad2d9" providerId="ADAL" clId="{76B3A7F8-440F-44F2-AF83-879440285CC4}" dt="2026-07-12T20:12:18.659" v="1220" actId="26606"/>
          <ac:spMkLst>
            <pc:docMk/>
            <pc:sldMk cId="8929228" sldId="272"/>
            <ac:spMk id="13" creationId="{011FEC3B-E514-4E21-B2CB-7903A73569E2}"/>
          </ac:spMkLst>
        </pc:spChg>
        <pc:spChg chg="add mod">
          <ac:chgData name="MOHAMED SHAWQI ABDULRASOOL ABDULLA" userId="c5b09465-5c01-4abd-96ed-871abd5ad2d9" providerId="ADAL" clId="{76B3A7F8-440F-44F2-AF83-879440285CC4}" dt="2026-07-12T20:13:51.124" v="1251" actId="404"/>
          <ac:spMkLst>
            <pc:docMk/>
            <pc:sldMk cId="8929228" sldId="272"/>
            <ac:spMk id="16" creationId="{DF5DDDF4-891F-03FD-2163-64B27ECFB4AB}"/>
          </ac:spMkLst>
        </pc:spChg>
        <pc:picChg chg="add mod">
          <ac:chgData name="MOHAMED SHAWQI ABDULRASOOL ABDULLA" userId="c5b09465-5c01-4abd-96ed-871abd5ad2d9" providerId="ADAL" clId="{76B3A7F8-440F-44F2-AF83-879440285CC4}" dt="2026-07-12T20:12:30.085" v="1224" actId="1076"/>
          <ac:picMkLst>
            <pc:docMk/>
            <pc:sldMk cId="8929228" sldId="272"/>
            <ac:picMk id="6" creationId="{1C9A3659-0303-91CA-8E43-D8D36A98F77C}"/>
          </ac:picMkLst>
        </pc:picChg>
        <pc:picChg chg="add del mod">
          <ac:chgData name="MOHAMED SHAWQI ABDULRASOOL ABDULLA" userId="c5b09465-5c01-4abd-96ed-871abd5ad2d9" providerId="ADAL" clId="{76B3A7F8-440F-44F2-AF83-879440285CC4}" dt="2026-07-12T20:10:36.104" v="1204" actId="478"/>
          <ac:picMkLst>
            <pc:docMk/>
            <pc:sldMk cId="8929228" sldId="272"/>
            <ac:picMk id="11" creationId="{7209C538-CF11-2512-0654-118142D7EF9C}"/>
          </ac:picMkLst>
        </pc:picChg>
        <pc:picChg chg="add del mod">
          <ac:chgData name="MOHAMED SHAWQI ABDULRASOOL ABDULLA" userId="c5b09465-5c01-4abd-96ed-871abd5ad2d9" providerId="ADAL" clId="{76B3A7F8-440F-44F2-AF83-879440285CC4}" dt="2026-07-12T20:12:13.331" v="1219" actId="21"/>
          <ac:picMkLst>
            <pc:docMk/>
            <pc:sldMk cId="8929228" sldId="272"/>
            <ac:picMk id="12" creationId="{FDBAA477-BAF3-8776-E32A-5D880A54F947}"/>
          </ac:picMkLst>
        </pc:picChg>
        <pc:picChg chg="add mod">
          <ac:chgData name="MOHAMED SHAWQI ABDULRASOOL ABDULLA" userId="c5b09465-5c01-4abd-96ed-871abd5ad2d9" providerId="ADAL" clId="{76B3A7F8-440F-44F2-AF83-879440285CC4}" dt="2026-07-12T20:13:07.073" v="1248" actId="1076"/>
          <ac:picMkLst>
            <pc:docMk/>
            <pc:sldMk cId="8929228" sldId="272"/>
            <ac:picMk id="15" creationId="{978D2A61-5E14-33B6-E0C2-5FE6539DA7A9}"/>
          </ac:picMkLst>
        </pc:picChg>
      </pc:sldChg>
      <pc:sldChg chg="new del">
        <pc:chgData name="MOHAMED SHAWQI ABDULRASOOL ABDULLA" userId="c5b09465-5c01-4abd-96ed-871abd5ad2d9" providerId="ADAL" clId="{76B3A7F8-440F-44F2-AF83-879440285CC4}" dt="2026-07-12T20:14:19.486" v="1253" actId="47"/>
        <pc:sldMkLst>
          <pc:docMk/>
          <pc:sldMk cId="2130626302" sldId="273"/>
        </pc:sldMkLst>
      </pc:sldChg>
      <pc:sldChg chg="modSp new mod">
        <pc:chgData name="MOHAMED SHAWQI ABDULRASOOL ABDULLA" userId="c5b09465-5c01-4abd-96ed-871abd5ad2d9" providerId="ADAL" clId="{76B3A7F8-440F-44F2-AF83-879440285CC4}" dt="2026-07-12T20:28:06.476" v="1459" actId="20577"/>
        <pc:sldMkLst>
          <pc:docMk/>
          <pc:sldMk cId="3954370845" sldId="273"/>
        </pc:sldMkLst>
        <pc:spChg chg="mod">
          <ac:chgData name="MOHAMED SHAWQI ABDULRASOOL ABDULLA" userId="c5b09465-5c01-4abd-96ed-871abd5ad2d9" providerId="ADAL" clId="{76B3A7F8-440F-44F2-AF83-879440285CC4}" dt="2026-07-12T20:14:27.913" v="1261" actId="20577"/>
          <ac:spMkLst>
            <pc:docMk/>
            <pc:sldMk cId="3954370845" sldId="273"/>
            <ac:spMk id="2" creationId="{759FAF57-FBF1-BA2D-5FDE-A28360C030D2}"/>
          </ac:spMkLst>
        </pc:spChg>
        <pc:spChg chg="mod">
          <ac:chgData name="MOHAMED SHAWQI ABDULRASOOL ABDULLA" userId="c5b09465-5c01-4abd-96ed-871abd5ad2d9" providerId="ADAL" clId="{76B3A7F8-440F-44F2-AF83-879440285CC4}" dt="2026-07-12T20:28:06.476" v="1459" actId="20577"/>
          <ac:spMkLst>
            <pc:docMk/>
            <pc:sldMk cId="3954370845" sldId="273"/>
            <ac:spMk id="3" creationId="{13DD8EE5-3A04-E569-47F9-358E6F64A853}"/>
          </ac:spMkLst>
        </pc:spChg>
      </pc:sldChg>
      <pc:sldChg chg="new del">
        <pc:chgData name="MOHAMED SHAWQI ABDULRASOOL ABDULLA" userId="c5b09465-5c01-4abd-96ed-871abd5ad2d9" providerId="ADAL" clId="{76B3A7F8-440F-44F2-AF83-879440285CC4}" dt="2026-07-12T20:21:45.612" v="1425" actId="47"/>
        <pc:sldMkLst>
          <pc:docMk/>
          <pc:sldMk cId="1386837794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C38DCF-7326-4BFE-88EF-51B0A6D68ED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7F56C-A8BE-4C30-8CA1-B7E55CCCA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74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7F56C-A8BE-4C30-8CA1-B7E55CCCAC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89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7F56C-A8BE-4C30-8CA1-B7E55CCCACE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88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7F56C-A8BE-4C30-8CA1-B7E55CCCACE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77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EFBF-7604-7EB0-652C-120F137F2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World Development Statistics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2084D-4E1C-DB59-DAD4-531AA1E28A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6276" y="4164082"/>
            <a:ext cx="6179448" cy="464005"/>
          </a:xfrm>
          <a:solidFill>
            <a:schemeClr val="tx1"/>
          </a:solidFill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Targeted Funding for "Hollow Growth" Regions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12BEE-A755-1A58-A4DC-94E5D21F7829}"/>
              </a:ext>
            </a:extLst>
          </p:cNvPr>
          <p:cNvSpPr txBox="1"/>
          <p:nvPr/>
        </p:nvSpPr>
        <p:spPr>
          <a:xfrm>
            <a:off x="0" y="6390168"/>
            <a:ext cx="3402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Prepared by: Mohamed Shawqi</a:t>
            </a:r>
          </a:p>
        </p:txBody>
      </p:sp>
    </p:spTree>
    <p:extLst>
      <p:ext uri="{BB962C8B-B14F-4D97-AF65-F5344CB8AC3E}">
        <p14:creationId xmlns:p14="http://schemas.microsoft.com/office/powerpoint/2010/main" val="2627642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B0D0D-0FA2-97C4-5500-036200CA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E5ED3-FCED-EEED-AF54-81A9834D8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Data preparation methodology</a:t>
            </a:r>
          </a:p>
          <a:p>
            <a:r>
              <a:rPr lang="en-US" dirty="0"/>
              <a:t>Analyzing data</a:t>
            </a:r>
          </a:p>
          <a:p>
            <a:r>
              <a:rPr lang="en-US" dirty="0"/>
              <a:t>Identify Hollow-Growth Countries and validating results</a:t>
            </a:r>
          </a:p>
          <a:p>
            <a:r>
              <a:rPr lang="en-US" dirty="0"/>
              <a:t>Recommendation and Summary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642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AAA3-E1F8-56D3-ABC7-DB7ED1F92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511" y="2286000"/>
            <a:ext cx="2286000" cy="2286000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182880" tIns="182880" rIns="182880" bIns="182880" rtlCol="0" anchor="ctr" anchorCtr="1">
            <a:norm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What is Hollow Growth regions?</a:t>
            </a:r>
          </a:p>
        </p:txBody>
      </p:sp>
      <p:sp>
        <p:nvSpPr>
          <p:cNvPr id="71" name="Flowchart: Document 70">
            <a:extLst>
              <a:ext uri="{FF2B5EF4-FFF2-40B4-BE49-F238E27FC236}">
                <a16:creationId xmlns:a16="http://schemas.microsoft.com/office/drawing/2014/main" id="{1E14715B-2E40-4760-AE23-026845A30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19" y="2121408"/>
            <a:ext cx="2615184" cy="2615184"/>
          </a:xfrm>
          <a:prstGeom prst="flowChartDocument">
            <a:avLst/>
          </a:prstGeom>
          <a:noFill/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5D08429-4C7A-4C37-848C-C1613E31D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8017" y="640080"/>
            <a:ext cx="7662672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D8F4B2B-96EA-4C0F-84D3-5728F7CF0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7181" y="802767"/>
            <a:ext cx="7324344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A6B7C26-849B-2F57-6748-D6C3AAC45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2746" b="31153"/>
          <a:stretch>
            <a:fillRect/>
          </a:stretch>
        </p:blipFill>
        <p:spPr>
          <a:xfrm>
            <a:off x="4361406" y="1671719"/>
            <a:ext cx="6695895" cy="319985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36AC028-261A-E668-301A-4B06A46657DB}"/>
              </a:ext>
            </a:extLst>
          </p:cNvPr>
          <p:cNvSpPr/>
          <p:nvPr/>
        </p:nvSpPr>
        <p:spPr>
          <a:xfrm>
            <a:off x="3878017" y="640080"/>
            <a:ext cx="7662672" cy="526313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72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5041AB2-A9B4-4D3F-B120-38E7860A8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334" y="804334"/>
            <a:ext cx="10583332" cy="5249332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28874C-81BA-FFED-0453-8AC91E144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6236" y="2298379"/>
            <a:ext cx="9939528" cy="22612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10014F9-EB8D-C412-D9AB-7D941F680369}"/>
              </a:ext>
            </a:extLst>
          </p:cNvPr>
          <p:cNvSpPr/>
          <p:nvPr/>
        </p:nvSpPr>
        <p:spPr>
          <a:xfrm>
            <a:off x="804334" y="804334"/>
            <a:ext cx="10583332" cy="524933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64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4F4BF-1EA4-6368-44B8-899E5B77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preparation methodology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5A219-B9D7-EDA1-4C9F-CC69D15CF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31137" y="2628581"/>
            <a:ext cx="4057066" cy="27514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Three </a:t>
            </a:r>
            <a:r>
              <a:rPr lang="en-US" dirty="0" err="1"/>
              <a:t>Gapminder</a:t>
            </a:r>
            <a:r>
              <a:rPr lang="en-US" dirty="0"/>
              <a:t> World Development Statistics datasets were used:</a:t>
            </a:r>
          </a:p>
          <a:p>
            <a:r>
              <a:rPr lang="en-US" dirty="0"/>
              <a:t>Population</a:t>
            </a:r>
          </a:p>
          <a:p>
            <a:r>
              <a:rPr lang="en-US" dirty="0"/>
              <a:t>GNI per Capita (Atlas Method) in USD</a:t>
            </a:r>
          </a:p>
          <a:p>
            <a:r>
              <a:rPr lang="en-US" dirty="0"/>
              <a:t>Life Expectancy</a:t>
            </a:r>
          </a:p>
          <a:p>
            <a:pPr marL="0" indent="0">
              <a:buNone/>
            </a:pPr>
            <a:r>
              <a:rPr lang="en-US" dirty="0"/>
              <a:t>It covers 197 countries with current and predicted futuristic data </a:t>
            </a:r>
          </a:p>
          <a:p>
            <a:pPr marL="0" indent="0">
              <a:buNone/>
            </a:pPr>
            <a:r>
              <a:rPr lang="en-US" dirty="0"/>
              <a:t>ranged from year 1800 </a:t>
            </a:r>
            <a:r>
              <a:rPr lang="en-US" dirty="0">
                <a:sym typeface="Wingdings" panose="05000000000000000000" pitchFamily="2" charset="2"/>
              </a:rPr>
              <a:t> 2100.</a:t>
            </a:r>
            <a:endParaRPr lang="en-US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A54D23A-B914-EDAD-0B32-A3BB5C4295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6820043" y="2974213"/>
            <a:ext cx="4057065" cy="206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24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5CC41-541D-F108-3A8C-312A7B5BB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247" y="1512454"/>
            <a:ext cx="8779512" cy="409739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404040"/>
                </a:solidFill>
              </a:rPr>
              <a:t>To prevent getting biased results and to ensure fair comparison, seven countries were dropped from the datasets due lack in required data: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500" dirty="0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404040"/>
                </a:solidFill>
              </a:rPr>
              <a:t>San Marino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404040"/>
                </a:solidFill>
              </a:rPr>
              <a:t>North Korea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404040"/>
                </a:solidFill>
              </a:rPr>
              <a:t>Monaco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404040"/>
                </a:solidFill>
              </a:rPr>
              <a:t>Holy See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404040"/>
                </a:solidFill>
              </a:rPr>
              <a:t>Taiwan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404040"/>
                </a:solidFill>
              </a:rPr>
              <a:t>Andorra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404040"/>
                </a:solidFill>
              </a:rPr>
              <a:t>Liechtenstein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500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404040"/>
                </a:solidFill>
              </a:rPr>
              <a:t>Around 80% of the overall data was kept.</a:t>
            </a:r>
          </a:p>
          <a:p>
            <a:pPr>
              <a:lnSpc>
                <a:spcPct val="90000"/>
              </a:lnSpc>
            </a:pPr>
            <a:endParaRPr lang="en-US" sz="1500" dirty="0">
              <a:solidFill>
                <a:srgbClr val="40404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08779A-7B58-4DDC-E016-95D5A13F6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822" y="1945400"/>
            <a:ext cx="5764937" cy="314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46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D6E7C-F609-A0EA-C44D-0EFA79132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DF9022-CCCA-B664-5CBC-15402A98FA1C}"/>
              </a:ext>
            </a:extLst>
          </p:cNvPr>
          <p:cNvSpPr/>
          <p:nvPr/>
        </p:nvSpPr>
        <p:spPr>
          <a:xfrm>
            <a:off x="3246936" y="2204617"/>
            <a:ext cx="5380075" cy="4348715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A086121-D8AC-D590-9749-7AAF5E18231D}"/>
              </a:ext>
            </a:extLst>
          </p:cNvPr>
          <p:cNvSpPr txBox="1">
            <a:spLocks/>
          </p:cNvSpPr>
          <p:nvPr/>
        </p:nvSpPr>
        <p:spPr bwMode="blackWhite">
          <a:xfrm>
            <a:off x="2440190" y="447165"/>
            <a:ext cx="7311620" cy="1285030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Analyzing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B12844-7FF1-0C8C-9C1A-3F196DDF3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027" y="2347115"/>
            <a:ext cx="4797895" cy="4063720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961564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BEEE28-4BCA-0204-4A38-231E202B0D83}"/>
              </a:ext>
            </a:extLst>
          </p:cNvPr>
          <p:cNvSpPr/>
          <p:nvPr/>
        </p:nvSpPr>
        <p:spPr>
          <a:xfrm>
            <a:off x="466060" y="2109945"/>
            <a:ext cx="11259880" cy="3228510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413055-8705-EF15-FB22-23296025A0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6276" y="2332935"/>
            <a:ext cx="3358833" cy="2617431"/>
          </a:xfrm>
          <a:prstGeom prst="rect">
            <a:avLst/>
          </a:prstGeom>
          <a:ln w="28575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8FB1CB-ACF3-7AA8-3412-E377BC23E8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69499" y="2332935"/>
            <a:ext cx="3358833" cy="2627770"/>
          </a:xfrm>
          <a:prstGeom prst="rect">
            <a:avLst/>
          </a:prstGeom>
          <a:ln w="28575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07C851-FCD0-DF8A-0DCA-EC2A1A9A80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53617" y="2332935"/>
            <a:ext cx="3358833" cy="2627770"/>
          </a:xfrm>
          <a:prstGeom prst="rect">
            <a:avLst/>
          </a:prstGeom>
          <a:ln w="28575">
            <a:noFill/>
          </a:ln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56B87731-98FB-56B5-75DD-9E00384DBFCE}"/>
              </a:ext>
            </a:extLst>
          </p:cNvPr>
          <p:cNvSpPr txBox="1">
            <a:spLocks/>
          </p:cNvSpPr>
          <p:nvPr/>
        </p:nvSpPr>
        <p:spPr bwMode="blackWhite">
          <a:xfrm>
            <a:off x="2480966" y="447165"/>
            <a:ext cx="7311620" cy="1285030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Analyzing data</a:t>
            </a:r>
          </a:p>
        </p:txBody>
      </p:sp>
    </p:spTree>
    <p:extLst>
      <p:ext uri="{BB962C8B-B14F-4D97-AF65-F5344CB8AC3E}">
        <p14:creationId xmlns:p14="http://schemas.microsoft.com/office/powerpoint/2010/main" val="3026528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B9679-749E-6DC2-6206-36A07AFF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8802C1-F687-E6C8-B1CD-C1DDA6CEB7C2}"/>
              </a:ext>
            </a:extLst>
          </p:cNvPr>
          <p:cNvSpPr/>
          <p:nvPr/>
        </p:nvSpPr>
        <p:spPr>
          <a:xfrm>
            <a:off x="1720701" y="2203436"/>
            <a:ext cx="8750595" cy="338708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20FA2E-5F1E-C00C-9E97-65880C17F2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80190" y="2318974"/>
            <a:ext cx="4019865" cy="3156012"/>
          </a:xfrm>
          <a:prstGeom prst="rect">
            <a:avLst/>
          </a:prstGeom>
          <a:ln w="28575">
            <a:noFill/>
          </a:ln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8207F96-ECC6-B54A-E709-04C70FDDE28A}"/>
              </a:ext>
            </a:extLst>
          </p:cNvPr>
          <p:cNvSpPr txBox="1">
            <a:spLocks/>
          </p:cNvSpPr>
          <p:nvPr/>
        </p:nvSpPr>
        <p:spPr bwMode="blackWhite">
          <a:xfrm>
            <a:off x="2480966" y="447165"/>
            <a:ext cx="7311620" cy="1285030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Analyzing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7EE2FF-97DA-5063-BC00-A77712B594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5999" y="2318974"/>
            <a:ext cx="4179354" cy="3233812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1457272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6CC45-2DA6-C7BE-A72E-D5D24669F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2DBFA8C-6539-147B-9697-4425FF0A0134}"/>
              </a:ext>
            </a:extLst>
          </p:cNvPr>
          <p:cNvGraphicFramePr>
            <a:graphicFrameLocks noGrp="1"/>
          </p:cNvGraphicFramePr>
          <p:nvPr/>
        </p:nvGraphicFramePr>
        <p:xfrm>
          <a:off x="6337010" y="489100"/>
          <a:ext cx="5188687" cy="24221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08325">
                  <a:extLst>
                    <a:ext uri="{9D8B030D-6E8A-4147-A177-3AD203B41FA5}">
                      <a16:colId xmlns:a16="http://schemas.microsoft.com/office/drawing/2014/main" val="799384902"/>
                    </a:ext>
                  </a:extLst>
                </a:gridCol>
                <a:gridCol w="1314940">
                  <a:extLst>
                    <a:ext uri="{9D8B030D-6E8A-4147-A177-3AD203B41FA5}">
                      <a16:colId xmlns:a16="http://schemas.microsoft.com/office/drawing/2014/main" val="2554952224"/>
                    </a:ext>
                  </a:extLst>
                </a:gridCol>
                <a:gridCol w="1439328">
                  <a:extLst>
                    <a:ext uri="{9D8B030D-6E8A-4147-A177-3AD203B41FA5}">
                      <a16:colId xmlns:a16="http://schemas.microsoft.com/office/drawing/2014/main" val="1130382982"/>
                    </a:ext>
                  </a:extLst>
                </a:gridCol>
                <a:gridCol w="1226094">
                  <a:extLst>
                    <a:ext uri="{9D8B030D-6E8A-4147-A177-3AD203B41FA5}">
                      <a16:colId xmlns:a16="http://schemas.microsoft.com/office/drawing/2014/main" val="1395813211"/>
                    </a:ext>
                  </a:extLst>
                </a:gridCol>
              </a:tblGrid>
              <a:tr h="31698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Top 5 life expectancy gain countries 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492801"/>
                  </a:ext>
                </a:extLst>
              </a:tr>
              <a:tr h="5202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country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pop_growth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life_exp_gain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gni_growth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65277432"/>
                  </a:ext>
                </a:extLst>
              </a:tr>
              <a:tr h="316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China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1.17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49.9 </a:t>
                      </a: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22.35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85614224"/>
                  </a:ext>
                </a:extLst>
              </a:tr>
              <a:tr h="316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Maldives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4.61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41.3 </a:t>
                      </a: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10.11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3231212"/>
                  </a:ext>
                </a:extLst>
              </a:tr>
              <a:tr h="316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Cameroon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4.18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36 </a:t>
                      </a: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80806400"/>
                  </a:ext>
                </a:extLst>
              </a:tr>
              <a:tr h="316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Iran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3.08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31.7 </a:t>
                      </a: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0.11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57635625"/>
                  </a:ext>
                </a:extLst>
              </a:tr>
              <a:tr h="316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Yemen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4.83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31.3 </a:t>
                      </a: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1.46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8654878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FF153E-0377-F920-56F8-CAC6D8F9ECE0}"/>
              </a:ext>
            </a:extLst>
          </p:cNvPr>
          <p:cNvGraphicFramePr>
            <a:graphicFrameLocks noGrp="1"/>
          </p:cNvGraphicFramePr>
          <p:nvPr/>
        </p:nvGraphicFramePr>
        <p:xfrm>
          <a:off x="666305" y="489100"/>
          <a:ext cx="5188687" cy="24221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08325">
                  <a:extLst>
                    <a:ext uri="{9D8B030D-6E8A-4147-A177-3AD203B41FA5}">
                      <a16:colId xmlns:a16="http://schemas.microsoft.com/office/drawing/2014/main" val="799384902"/>
                    </a:ext>
                  </a:extLst>
                </a:gridCol>
                <a:gridCol w="1314940">
                  <a:extLst>
                    <a:ext uri="{9D8B030D-6E8A-4147-A177-3AD203B41FA5}">
                      <a16:colId xmlns:a16="http://schemas.microsoft.com/office/drawing/2014/main" val="2554952224"/>
                    </a:ext>
                  </a:extLst>
                </a:gridCol>
                <a:gridCol w="1439328">
                  <a:extLst>
                    <a:ext uri="{9D8B030D-6E8A-4147-A177-3AD203B41FA5}">
                      <a16:colId xmlns:a16="http://schemas.microsoft.com/office/drawing/2014/main" val="1130382982"/>
                    </a:ext>
                  </a:extLst>
                </a:gridCol>
                <a:gridCol w="1226094">
                  <a:extLst>
                    <a:ext uri="{9D8B030D-6E8A-4147-A177-3AD203B41FA5}">
                      <a16:colId xmlns:a16="http://schemas.microsoft.com/office/drawing/2014/main" val="1395813211"/>
                    </a:ext>
                  </a:extLst>
                </a:gridCol>
              </a:tblGrid>
              <a:tr h="31698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Top 5 GNI per capita growth rate countries 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492801"/>
                  </a:ext>
                </a:extLst>
              </a:tr>
              <a:tr h="5202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country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pop_growth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life_exp_gain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gni_growth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65277432"/>
                  </a:ext>
                </a:extLst>
              </a:tr>
              <a:tr h="316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Romania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0.05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8.3 years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33.62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85614224"/>
                  </a:ext>
                </a:extLst>
              </a:tr>
              <a:tr h="316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Singapore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2.69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19.4 years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25.27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3231212"/>
                  </a:ext>
                </a:extLst>
              </a:tr>
              <a:tr h="316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South Korea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1.01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23.7 years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24.58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80806400"/>
                  </a:ext>
                </a:extLst>
              </a:tr>
              <a:tr h="316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China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1.17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49.9 years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22.35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57635625"/>
                  </a:ext>
                </a:extLst>
              </a:tr>
              <a:tr h="316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Oman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7.45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27.6 years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21.91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8654878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1A0A4F-75DA-F45E-F8D6-B9BCFA74923E}"/>
              </a:ext>
            </a:extLst>
          </p:cNvPr>
          <p:cNvGraphicFramePr>
            <a:graphicFrameLocks noGrp="1"/>
          </p:cNvGraphicFramePr>
          <p:nvPr/>
        </p:nvGraphicFramePr>
        <p:xfrm>
          <a:off x="3073467" y="3429000"/>
          <a:ext cx="6045065" cy="24221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64703">
                  <a:extLst>
                    <a:ext uri="{9D8B030D-6E8A-4147-A177-3AD203B41FA5}">
                      <a16:colId xmlns:a16="http://schemas.microsoft.com/office/drawing/2014/main" val="799384902"/>
                    </a:ext>
                  </a:extLst>
                </a:gridCol>
                <a:gridCol w="1314940">
                  <a:extLst>
                    <a:ext uri="{9D8B030D-6E8A-4147-A177-3AD203B41FA5}">
                      <a16:colId xmlns:a16="http://schemas.microsoft.com/office/drawing/2014/main" val="2554952224"/>
                    </a:ext>
                  </a:extLst>
                </a:gridCol>
                <a:gridCol w="1439328">
                  <a:extLst>
                    <a:ext uri="{9D8B030D-6E8A-4147-A177-3AD203B41FA5}">
                      <a16:colId xmlns:a16="http://schemas.microsoft.com/office/drawing/2014/main" val="1130382982"/>
                    </a:ext>
                  </a:extLst>
                </a:gridCol>
                <a:gridCol w="1226094">
                  <a:extLst>
                    <a:ext uri="{9D8B030D-6E8A-4147-A177-3AD203B41FA5}">
                      <a16:colId xmlns:a16="http://schemas.microsoft.com/office/drawing/2014/main" val="1395813211"/>
                    </a:ext>
                  </a:extLst>
                </a:gridCol>
              </a:tblGrid>
              <a:tr h="31698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Top 5 population growth rate countries 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492801"/>
                  </a:ext>
                </a:extLst>
              </a:tr>
              <a:tr h="5202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country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pop_growth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life_exp_gain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gni_growth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65277432"/>
                  </a:ext>
                </a:extLst>
              </a:tr>
              <a:tr h="316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Qatar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74.82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10.9 </a:t>
                      </a: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6.21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85614224"/>
                  </a:ext>
                </a:extLst>
              </a:tr>
              <a:tr h="316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United Arab Emirates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68.85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13.7 </a:t>
                      </a: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3231212"/>
                  </a:ext>
                </a:extLst>
              </a:tr>
              <a:tr h="316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Kuwait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13.3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 </a:t>
                      </a: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80806400"/>
                  </a:ext>
                </a:extLst>
              </a:tr>
              <a:tr h="316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Jordan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11.85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17.5 </a:t>
                      </a: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1.55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57635625"/>
                  </a:ext>
                </a:extLst>
              </a:tr>
              <a:tr h="316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Djibouti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11.69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10.6 </a:t>
                      </a: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86548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263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BC97-A422-93CB-520A-6A0AA8C05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0467C2-3911-F4A7-BBE3-FAE4E0E3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 table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FF8DC71-31C0-D620-12F5-DCB0362130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30438" y="2638425"/>
          <a:ext cx="7731124" cy="39362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932781">
                  <a:extLst>
                    <a:ext uri="{9D8B030D-6E8A-4147-A177-3AD203B41FA5}">
                      <a16:colId xmlns:a16="http://schemas.microsoft.com/office/drawing/2014/main" val="2194688669"/>
                    </a:ext>
                  </a:extLst>
                </a:gridCol>
                <a:gridCol w="1932781">
                  <a:extLst>
                    <a:ext uri="{9D8B030D-6E8A-4147-A177-3AD203B41FA5}">
                      <a16:colId xmlns:a16="http://schemas.microsoft.com/office/drawing/2014/main" val="1483338474"/>
                    </a:ext>
                  </a:extLst>
                </a:gridCol>
                <a:gridCol w="1932781">
                  <a:extLst>
                    <a:ext uri="{9D8B030D-6E8A-4147-A177-3AD203B41FA5}">
                      <a16:colId xmlns:a16="http://schemas.microsoft.com/office/drawing/2014/main" val="3266275444"/>
                    </a:ext>
                  </a:extLst>
                </a:gridCol>
                <a:gridCol w="1932781">
                  <a:extLst>
                    <a:ext uri="{9D8B030D-6E8A-4147-A177-3AD203B41FA5}">
                      <a16:colId xmlns:a16="http://schemas.microsoft.com/office/drawing/2014/main" val="30944627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br>
                        <a:rPr lang="en-US" sz="1300" b="1" cap="all" spc="60" dirty="0">
                          <a:solidFill>
                            <a:schemeClr val="bg1"/>
                          </a:solidFill>
                          <a:effectLst/>
                        </a:rPr>
                      </a:br>
                      <a:endParaRPr lang="en-US" sz="1300" b="1" i="0" cap="all" spc="60" dirty="0">
                        <a:solidFill>
                          <a:schemeClr val="bg1"/>
                        </a:solidFill>
                        <a:effectLst/>
                        <a:latin typeface="system-ui"/>
                      </a:endParaRPr>
                    </a:p>
                  </a:txBody>
                  <a:tcPr marL="146734" marR="146734" marT="146734" marB="146734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sz="1300" b="1" cap="all" spc="6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 algn="ctr" fontAlgn="ctr">
                        <a:buNone/>
                      </a:pPr>
                      <a:r>
                        <a:rPr lang="en-US" sz="1300" b="1" cap="all" spc="60" dirty="0" err="1">
                          <a:solidFill>
                            <a:schemeClr val="bg1"/>
                          </a:solidFill>
                          <a:effectLst/>
                        </a:rPr>
                        <a:t>gni_growth</a:t>
                      </a:r>
                      <a:endParaRPr lang="en-US" sz="1300" b="1" i="0" cap="all" spc="60" dirty="0">
                        <a:solidFill>
                          <a:schemeClr val="bg1"/>
                        </a:solidFill>
                        <a:effectLst/>
                        <a:latin typeface="system-ui"/>
                      </a:endParaRPr>
                    </a:p>
                  </a:txBody>
                  <a:tcPr marL="146734" marR="146734" marT="146734" marB="146734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sz="1300" b="1" cap="all" spc="6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 algn="ctr" fontAlgn="ctr">
                        <a:buNone/>
                      </a:pPr>
                      <a:r>
                        <a:rPr lang="en-US" sz="1300" b="1" cap="all" spc="60" dirty="0" err="1">
                          <a:solidFill>
                            <a:schemeClr val="bg1"/>
                          </a:solidFill>
                          <a:effectLst/>
                        </a:rPr>
                        <a:t>pop_growth</a:t>
                      </a:r>
                      <a:endParaRPr lang="en-US" sz="1300" b="1" i="0" cap="all" spc="60" dirty="0">
                        <a:solidFill>
                          <a:schemeClr val="bg1"/>
                        </a:solidFill>
                        <a:effectLst/>
                        <a:latin typeface="system-ui"/>
                      </a:endParaRPr>
                    </a:p>
                  </a:txBody>
                  <a:tcPr marL="146734" marR="146734" marT="146734" marB="14673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300" b="1" u="none" strike="noStrike" kern="1200" cap="all" spc="6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1" u="none" strike="noStrike" kern="1200" cap="all" spc="6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Life_exp_gain</a:t>
                      </a:r>
                      <a:endParaRPr kumimoji="0" lang="en-US" sz="1300" b="1" i="0" u="none" strike="noStrike" kern="1200" cap="all" spc="6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ystem-ui"/>
                        <a:ea typeface="+mn-ea"/>
                        <a:cs typeface="+mn-cs"/>
                      </a:endParaRPr>
                    </a:p>
                  </a:txBody>
                  <a:tcPr marL="146734" marR="146734" marT="146734" marB="146734"/>
                </a:tc>
                <a:extLst>
                  <a:ext uri="{0D108BD9-81ED-4DB2-BD59-A6C34878D82A}">
                    <a16:rowId xmlns:a16="http://schemas.microsoft.com/office/drawing/2014/main" val="1077783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</a:rPr>
                        <a:t>count</a:t>
                      </a:r>
                      <a:endParaRPr lang="en-US" sz="1700" b="1" i="0" cap="none" spc="0" dirty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 dirty="0">
                          <a:solidFill>
                            <a:schemeClr val="tx1"/>
                          </a:solidFill>
                          <a:effectLst/>
                        </a:rPr>
                        <a:t>190.000000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>
                          <a:solidFill>
                            <a:schemeClr val="tx1"/>
                          </a:solidFill>
                          <a:effectLst/>
                        </a:rPr>
                        <a:t>190.000000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>
                          <a:solidFill>
                            <a:schemeClr val="tx1"/>
                          </a:solidFill>
                          <a:effectLst/>
                        </a:rPr>
                        <a:t>190.000000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extLst>
                  <a:ext uri="{0D108BD9-81ED-4DB2-BD59-A6C34878D82A}">
                    <a16:rowId xmlns:a16="http://schemas.microsoft.com/office/drawing/2014/main" val="2231596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</a:rPr>
                        <a:t>mean</a:t>
                      </a:r>
                      <a:endParaRPr lang="en-US" sz="1700" b="1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 dirty="0">
                          <a:solidFill>
                            <a:schemeClr val="tx1"/>
                          </a:solidFill>
                          <a:effectLst/>
                        </a:rPr>
                        <a:t>3.830053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>
                          <a:solidFill>
                            <a:schemeClr val="tx1"/>
                          </a:solidFill>
                          <a:effectLst/>
                        </a:rPr>
                        <a:t>3.096053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>
                          <a:solidFill>
                            <a:schemeClr val="tx1"/>
                          </a:solidFill>
                          <a:effectLst/>
                        </a:rPr>
                        <a:t>15.787947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extLst>
                  <a:ext uri="{0D108BD9-81ED-4DB2-BD59-A6C34878D82A}">
                    <a16:rowId xmlns:a16="http://schemas.microsoft.com/office/drawing/2014/main" val="2680194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</a:rPr>
                        <a:t>std</a:t>
                      </a:r>
                      <a:endParaRPr lang="en-US" sz="1700" b="1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>
                          <a:solidFill>
                            <a:schemeClr val="tx1"/>
                          </a:solidFill>
                          <a:effectLst/>
                        </a:rPr>
                        <a:t>4.960800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 dirty="0">
                          <a:solidFill>
                            <a:schemeClr val="tx1"/>
                          </a:solidFill>
                          <a:effectLst/>
                        </a:rPr>
                        <a:t>7.426849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 dirty="0">
                          <a:solidFill>
                            <a:schemeClr val="tx1"/>
                          </a:solidFill>
                          <a:effectLst/>
                        </a:rPr>
                        <a:t>7.727380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extLst>
                  <a:ext uri="{0D108BD9-81ED-4DB2-BD59-A6C34878D82A}">
                    <a16:rowId xmlns:a16="http://schemas.microsoft.com/office/drawing/2014/main" val="1409387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</a:rPr>
                        <a:t>min</a:t>
                      </a:r>
                      <a:endParaRPr lang="en-US" sz="1700" b="1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>
                          <a:solidFill>
                            <a:schemeClr val="tx1"/>
                          </a:solidFill>
                          <a:effectLst/>
                        </a:rPr>
                        <a:t>-0.680000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>
                          <a:solidFill>
                            <a:schemeClr val="tx1"/>
                          </a:solidFill>
                          <a:effectLst/>
                        </a:rPr>
                        <a:t>-0.160000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 dirty="0">
                          <a:solidFill>
                            <a:schemeClr val="tx1"/>
                          </a:solidFill>
                          <a:effectLst/>
                        </a:rPr>
                        <a:t>-1.300000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extLst>
                  <a:ext uri="{0D108BD9-81ED-4DB2-BD59-A6C34878D82A}">
                    <a16:rowId xmlns:a16="http://schemas.microsoft.com/office/drawing/2014/main" val="2618269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</a:rPr>
                        <a:t>25%</a:t>
                      </a:r>
                      <a:endParaRPr lang="en-US" sz="1700" b="1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>
                          <a:solidFill>
                            <a:schemeClr val="tx1"/>
                          </a:solidFill>
                          <a:effectLst/>
                        </a:rPr>
                        <a:t>0.937500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 dirty="0">
                          <a:solidFill>
                            <a:schemeClr val="tx1"/>
                          </a:solidFill>
                          <a:effectLst/>
                        </a:rPr>
                        <a:t>0.680000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 dirty="0">
                          <a:solidFill>
                            <a:schemeClr val="tx1"/>
                          </a:solidFill>
                          <a:effectLst/>
                        </a:rPr>
                        <a:t>10.425000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extLst>
                  <a:ext uri="{0D108BD9-81ED-4DB2-BD59-A6C34878D82A}">
                    <a16:rowId xmlns:a16="http://schemas.microsoft.com/office/drawing/2014/main" val="1271575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</a:rPr>
                        <a:t>50%</a:t>
                      </a:r>
                      <a:endParaRPr lang="en-US" sz="1700" b="1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>
                          <a:solidFill>
                            <a:schemeClr val="tx1"/>
                          </a:solidFill>
                          <a:effectLst/>
                        </a:rPr>
                        <a:t>2.495000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>
                          <a:solidFill>
                            <a:schemeClr val="tx1"/>
                          </a:solidFill>
                          <a:effectLst/>
                        </a:rPr>
                        <a:t>2.125000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 dirty="0">
                          <a:solidFill>
                            <a:schemeClr val="tx1"/>
                          </a:solidFill>
                          <a:effectLst/>
                        </a:rPr>
                        <a:t>13.950000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extLst>
                  <a:ext uri="{0D108BD9-81ED-4DB2-BD59-A6C34878D82A}">
                    <a16:rowId xmlns:a16="http://schemas.microsoft.com/office/drawing/2014/main" val="4208687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</a:rPr>
                        <a:t>75%</a:t>
                      </a:r>
                      <a:endParaRPr lang="en-US" sz="1700" b="1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>
                          <a:solidFill>
                            <a:schemeClr val="tx1"/>
                          </a:solidFill>
                          <a:effectLst/>
                        </a:rPr>
                        <a:t>4.900000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>
                          <a:solidFill>
                            <a:schemeClr val="tx1"/>
                          </a:solidFill>
                          <a:effectLst/>
                        </a:rPr>
                        <a:t>3.507500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 dirty="0">
                          <a:solidFill>
                            <a:schemeClr val="tx1"/>
                          </a:solidFill>
                          <a:effectLst/>
                        </a:rPr>
                        <a:t>20.675000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extLst>
                  <a:ext uri="{0D108BD9-81ED-4DB2-BD59-A6C34878D82A}">
                    <a16:rowId xmlns:a16="http://schemas.microsoft.com/office/drawing/2014/main" val="1813103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</a:rPr>
                        <a:t>max</a:t>
                      </a:r>
                      <a:endParaRPr lang="en-US" sz="1700" b="1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>
                          <a:solidFill>
                            <a:schemeClr val="tx1"/>
                          </a:solidFill>
                          <a:effectLst/>
                        </a:rPr>
                        <a:t>33.620000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 dirty="0">
                          <a:solidFill>
                            <a:schemeClr val="tx1"/>
                          </a:solidFill>
                          <a:effectLst/>
                        </a:rPr>
                        <a:t>74.820000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700" b="0" cap="none" spc="0" dirty="0">
                          <a:solidFill>
                            <a:schemeClr val="tx1"/>
                          </a:solidFill>
                          <a:effectLst/>
                        </a:rPr>
                        <a:t>49.900000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system-ui"/>
                      </a:endParaRPr>
                    </a:p>
                  </a:txBody>
                  <a:tcPr marL="97823" marR="97823" marT="48911" marB="97823" anchor="ctr"/>
                </a:tc>
                <a:extLst>
                  <a:ext uri="{0D108BD9-81ED-4DB2-BD59-A6C34878D82A}">
                    <a16:rowId xmlns:a16="http://schemas.microsoft.com/office/drawing/2014/main" val="3784775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870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56340-BCB7-25D9-9FCD-7B8F74D6B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4962"/>
            <a:ext cx="7729728" cy="118872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0F08725-4A4A-EE08-74C8-F7DAFCDB84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1295196"/>
              </p:ext>
            </p:extLst>
          </p:nvPr>
        </p:nvGraphicFramePr>
        <p:xfrm>
          <a:off x="1124010" y="1959823"/>
          <a:ext cx="9943979" cy="118872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03822">
                  <a:extLst>
                    <a:ext uri="{9D8B030D-6E8A-4147-A177-3AD203B41FA5}">
                      <a16:colId xmlns:a16="http://schemas.microsoft.com/office/drawing/2014/main" val="3602928378"/>
                    </a:ext>
                  </a:extLst>
                </a:gridCol>
                <a:gridCol w="1318766">
                  <a:extLst>
                    <a:ext uri="{9D8B030D-6E8A-4147-A177-3AD203B41FA5}">
                      <a16:colId xmlns:a16="http://schemas.microsoft.com/office/drawing/2014/main" val="1585582081"/>
                    </a:ext>
                  </a:extLst>
                </a:gridCol>
                <a:gridCol w="1318766">
                  <a:extLst>
                    <a:ext uri="{9D8B030D-6E8A-4147-A177-3AD203B41FA5}">
                      <a16:colId xmlns:a16="http://schemas.microsoft.com/office/drawing/2014/main" val="2938139544"/>
                    </a:ext>
                  </a:extLst>
                </a:gridCol>
                <a:gridCol w="1080134">
                  <a:extLst>
                    <a:ext uri="{9D8B030D-6E8A-4147-A177-3AD203B41FA5}">
                      <a16:colId xmlns:a16="http://schemas.microsoft.com/office/drawing/2014/main" val="519035961"/>
                    </a:ext>
                  </a:extLst>
                </a:gridCol>
                <a:gridCol w="1080134">
                  <a:extLst>
                    <a:ext uri="{9D8B030D-6E8A-4147-A177-3AD203B41FA5}">
                      <a16:colId xmlns:a16="http://schemas.microsoft.com/office/drawing/2014/main" val="4179974941"/>
                    </a:ext>
                  </a:extLst>
                </a:gridCol>
                <a:gridCol w="741024">
                  <a:extLst>
                    <a:ext uri="{9D8B030D-6E8A-4147-A177-3AD203B41FA5}">
                      <a16:colId xmlns:a16="http://schemas.microsoft.com/office/drawing/2014/main" val="960000290"/>
                    </a:ext>
                  </a:extLst>
                </a:gridCol>
                <a:gridCol w="741024">
                  <a:extLst>
                    <a:ext uri="{9D8B030D-6E8A-4147-A177-3AD203B41FA5}">
                      <a16:colId xmlns:a16="http://schemas.microsoft.com/office/drawing/2014/main" val="4279428777"/>
                    </a:ext>
                  </a:extLst>
                </a:gridCol>
                <a:gridCol w="976353">
                  <a:extLst>
                    <a:ext uri="{9D8B030D-6E8A-4147-A177-3AD203B41FA5}">
                      <a16:colId xmlns:a16="http://schemas.microsoft.com/office/drawing/2014/main" val="970050435"/>
                    </a:ext>
                  </a:extLst>
                </a:gridCol>
                <a:gridCol w="1017336">
                  <a:extLst>
                    <a:ext uri="{9D8B030D-6E8A-4147-A177-3AD203B41FA5}">
                      <a16:colId xmlns:a16="http://schemas.microsoft.com/office/drawing/2014/main" val="620728336"/>
                    </a:ext>
                  </a:extLst>
                </a:gridCol>
                <a:gridCol w="866620">
                  <a:extLst>
                    <a:ext uri="{9D8B030D-6E8A-4147-A177-3AD203B41FA5}">
                      <a16:colId xmlns:a16="http://schemas.microsoft.com/office/drawing/2014/main" val="1606818969"/>
                    </a:ext>
                  </a:extLst>
                </a:gridCol>
              </a:tblGrid>
              <a:tr h="394885">
                <a:tc gridSpan="10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Hollow Growth countries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48219"/>
                  </a:ext>
                </a:extLst>
              </a:tr>
              <a:tr h="3948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country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population_1960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population_2020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life_exp_1960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life_exp_2020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gni_1960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gni_2020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pop_growth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life_exp_gain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gni_growth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69277988"/>
                  </a:ext>
                </a:extLst>
              </a:tr>
              <a:tr h="3989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Botswana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513000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2550000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54.4 years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61.6 years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432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6640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3.97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7.2 years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14.37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3498857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52F65C7-C162-854F-DCFF-A91114A2A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91" y="3709457"/>
            <a:ext cx="3661285" cy="2597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9D25E9-4E13-0149-A44E-F53496B4E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221" y="3709457"/>
            <a:ext cx="3661285" cy="25964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AD1E25-E659-2264-3F0C-17FA4020A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356" y="3709457"/>
            <a:ext cx="3661285" cy="259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61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EFB47D-6E16-6089-9F6B-FEB28ACD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>
            <a:normAutofit/>
          </a:bodyPr>
          <a:lstStyle/>
          <a:p>
            <a:r>
              <a:rPr lang="en-US" dirty="0"/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E017F-ECED-DBF4-2748-DD28B7E2C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3" y="2638044"/>
            <a:ext cx="5963317" cy="326320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Based on combining historical trend analysis, correlation analysis and the data filtering methodology, it shows that Botswana is the strongest candidate for the target development fund.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Botswana | Capital, Population, People, Currency, &amp; Language | Britannica">
            <a:extLst>
              <a:ext uri="{FF2B5EF4-FFF2-40B4-BE49-F238E27FC236}">
                <a16:creationId xmlns:a16="http://schemas.microsoft.com/office/drawing/2014/main" id="{1C9A3659-0303-91CA-8E43-D8D36A98F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890" y="2413540"/>
            <a:ext cx="3328416" cy="3186958"/>
          </a:xfrm>
          <a:prstGeom prst="rect">
            <a:avLst/>
          </a:prstGeom>
        </p:spPr>
      </p:pic>
      <p:pic>
        <p:nvPicPr>
          <p:cNvPr id="15" name="Picture 14" descr="the Flag of Botswana">
            <a:extLst>
              <a:ext uri="{FF2B5EF4-FFF2-40B4-BE49-F238E27FC236}">
                <a16:creationId xmlns:a16="http://schemas.microsoft.com/office/drawing/2014/main" id="{978D2A61-5E14-33B6-E0C2-5FE6539DA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890" y="1333052"/>
            <a:ext cx="1116275" cy="7441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F5DDDF4-891F-03FD-2163-64B27ECFB4AB}"/>
              </a:ext>
            </a:extLst>
          </p:cNvPr>
          <p:cNvSpPr txBox="1"/>
          <p:nvPr/>
        </p:nvSpPr>
        <p:spPr>
          <a:xfrm>
            <a:off x="9111307" y="1520478"/>
            <a:ext cx="156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Botswana Flag</a:t>
            </a:r>
          </a:p>
        </p:txBody>
      </p:sp>
    </p:spTree>
    <p:extLst>
      <p:ext uri="{BB962C8B-B14F-4D97-AF65-F5344CB8AC3E}">
        <p14:creationId xmlns:p14="http://schemas.microsoft.com/office/powerpoint/2010/main" val="8929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FAF57-FBF1-BA2D-5FDE-A28360C03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D8EE5-3A04-E569-47F9-358E6F64A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High Economic growth does is not always translated into better lives. By combining historical trend analysis, correlation analysis, and applying filtration methodology, the project successfully highlighted potential </a:t>
            </a:r>
            <a:r>
              <a:rPr lang="en-US" b="1" dirty="0"/>
              <a:t>hollow-growth</a:t>
            </a:r>
            <a:r>
              <a:rPr lang="en-US" dirty="0"/>
              <a:t> countries, which in our case was Botswana. These findings provide the Policy Steering Committee with evidence-based candidates for the proposed </a:t>
            </a:r>
            <a:r>
              <a:rPr lang="en-US" b="1" dirty="0"/>
              <a:t>$100 million intervention fund</a:t>
            </a:r>
            <a:r>
              <a:rPr lang="en-US" dirty="0"/>
              <a:t>, ensuring that resources are directed toward countries experiencing stalled human development despite economic progress.</a:t>
            </a:r>
          </a:p>
        </p:txBody>
      </p:sp>
    </p:spTree>
    <p:extLst>
      <p:ext uri="{BB962C8B-B14F-4D97-AF65-F5344CB8AC3E}">
        <p14:creationId xmlns:p14="http://schemas.microsoft.com/office/powerpoint/2010/main" val="395437084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89A625C5B6364BB7302BED22ED65DA" ma:contentTypeVersion="15" ma:contentTypeDescription="Create a new document." ma:contentTypeScope="" ma:versionID="c413f24cc048144cd399382af72d6ec5">
  <xsd:schema xmlns:xsd="http://www.w3.org/2001/XMLSchema" xmlns:xs="http://www.w3.org/2001/XMLSchema" xmlns:p="http://schemas.microsoft.com/office/2006/metadata/properties" xmlns:ns3="72f917e0-5d36-43ac-975d-26afa4cf7fc0" xmlns:ns4="7855343b-5261-4afc-a17c-d4c130fbaa85" targetNamespace="http://schemas.microsoft.com/office/2006/metadata/properties" ma:root="true" ma:fieldsID="e8c07dbcd2e466891c49150c5f39aa47" ns3:_="" ns4:_="">
    <xsd:import namespace="72f917e0-5d36-43ac-975d-26afa4cf7fc0"/>
    <xsd:import namespace="7855343b-5261-4afc-a17c-d4c130fbaa8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SearchProperties" minOccurs="0"/>
                <xsd:element ref="ns4:MediaServiceDateTaken" minOccurs="0"/>
                <xsd:element ref="ns4:MediaServiceObjectDetectorVersions" minOccurs="0"/>
                <xsd:element ref="ns4:MediaServiceSystemTags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f917e0-5d36-43ac-975d-26afa4cf7fc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55343b-5261-4afc-a17c-d4c130fbaa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855343b-5261-4afc-a17c-d4c130fbaa85" xsi:nil="true"/>
  </documentManagement>
</p:properties>
</file>

<file path=customXml/itemProps1.xml><?xml version="1.0" encoding="utf-8"?>
<ds:datastoreItem xmlns:ds="http://schemas.openxmlformats.org/officeDocument/2006/customXml" ds:itemID="{7E0FB11D-9461-4416-8251-B1294B1F6A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f917e0-5d36-43ac-975d-26afa4cf7fc0"/>
    <ds:schemaRef ds:uri="7855343b-5261-4afc-a17c-d4c130fbaa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828ED2-C393-40DF-8842-234D114E82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E6819B-A6B1-4708-9D56-A7FAC9BA6D8F}">
  <ds:schemaRefs>
    <ds:schemaRef ds:uri="http://schemas.microsoft.com/office/2006/metadata/properties"/>
    <ds:schemaRef ds:uri="7855343b-5261-4afc-a17c-d4c130fbaa85"/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2f917e0-5d36-43ac-975d-26afa4cf7fc0"/>
  </ds:schemaRefs>
</ds:datastoreItem>
</file>

<file path=docMetadata/LabelInfo.xml><?xml version="1.0" encoding="utf-8"?>
<clbl:labelList xmlns:clbl="http://schemas.microsoft.com/office/2020/mipLabelMetadata">
  <clbl:label id="{de069c64-97de-41b1-b6a5-363c07bccaa3}" enabled="1" method="Standard" siteId="{026137b5-e313-46d1-9b2f-026ecb50c84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315</TotalTime>
  <Words>479</Words>
  <Application>Microsoft Office PowerPoint</Application>
  <PresentationFormat>Widescreen</PresentationFormat>
  <Paragraphs>179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Narrow</vt:lpstr>
      <vt:lpstr>Arial</vt:lpstr>
      <vt:lpstr>Gill Sans MT</vt:lpstr>
      <vt:lpstr>system-ui</vt:lpstr>
      <vt:lpstr>Wingdings</vt:lpstr>
      <vt:lpstr>Parcel</vt:lpstr>
      <vt:lpstr>World Development Statistics</vt:lpstr>
      <vt:lpstr>Outline</vt:lpstr>
      <vt:lpstr>What is Hollow Growth regions?</vt:lpstr>
      <vt:lpstr>PowerPoint Presentation</vt:lpstr>
      <vt:lpstr>Data preparation 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Statistic table</vt:lpstr>
      <vt:lpstr>Results</vt:lpstr>
      <vt:lpstr>Recommendation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SHAWQI ABDULRASOOL ABDULLA</dc:creator>
  <cp:lastModifiedBy>MOHAMED SHAWQI ABDULRASOOL ABDULLA</cp:lastModifiedBy>
  <cp:revision>1</cp:revision>
  <dcterms:created xsi:type="dcterms:W3CDTF">2026-07-12T06:07:00Z</dcterms:created>
  <dcterms:modified xsi:type="dcterms:W3CDTF">2026-07-12T20:57:00Z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0x0101000D89A625C5B6364BB7302BED22ED65DA</vt:lpwstr>
  </property>
</Properties>
</file>